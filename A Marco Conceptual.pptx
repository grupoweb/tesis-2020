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9540-BC77-4437-B28E-7E8EBDBC4278}" type="datetimeFigureOut">
              <a:rPr lang="es-GT" smtClean="0"/>
              <a:t>12/02/2020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19447-E32E-4393-B501-2DD9674C4E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4644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9540-BC77-4437-B28E-7E8EBDBC4278}" type="datetimeFigureOut">
              <a:rPr lang="es-GT" smtClean="0"/>
              <a:t>12/02/2020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19447-E32E-4393-B501-2DD9674C4E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12708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9540-BC77-4437-B28E-7E8EBDBC4278}" type="datetimeFigureOut">
              <a:rPr lang="es-GT" smtClean="0"/>
              <a:t>12/02/2020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19447-E32E-4393-B501-2DD9674C4E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6250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9540-BC77-4437-B28E-7E8EBDBC4278}" type="datetimeFigureOut">
              <a:rPr lang="es-GT" smtClean="0"/>
              <a:t>12/02/2020</a:t>
            </a:fld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19447-E32E-4393-B501-2DD9674C4E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3183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9540-BC77-4437-B28E-7E8EBDBC4278}" type="datetimeFigureOut">
              <a:rPr lang="es-GT" smtClean="0"/>
              <a:t>12/02/2020</a:t>
            </a:fld>
            <a:endParaRPr lang="es-GT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19447-E32E-4393-B501-2DD9674C4E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0812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9540-BC77-4437-B28E-7E8EBDBC4278}" type="datetimeFigureOut">
              <a:rPr lang="es-GT" smtClean="0"/>
              <a:t>12/02/2020</a:t>
            </a:fld>
            <a:endParaRPr lang="es-GT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19447-E32E-4393-B501-2DD9674C4E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04487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9540-BC77-4437-B28E-7E8EBDBC4278}" type="datetimeFigureOut">
              <a:rPr lang="es-GT" smtClean="0"/>
              <a:t>12/02/2020</a:t>
            </a:fld>
            <a:endParaRPr lang="es-GT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19447-E32E-4393-B501-2DD9674C4E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23785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9540-BC77-4437-B28E-7E8EBDBC4278}" type="datetimeFigureOut">
              <a:rPr lang="es-GT" smtClean="0"/>
              <a:t>12/02/2020</a:t>
            </a:fld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19447-E32E-4393-B501-2DD9674C4E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89835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9540-BC77-4437-B28E-7E8EBDBC4278}" type="datetimeFigureOut">
              <a:rPr lang="es-GT" smtClean="0"/>
              <a:t>12/02/2020</a:t>
            </a:fld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19447-E32E-4393-B501-2DD9674C4E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43007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9540-BC77-4437-B28E-7E8EBDBC4278}" type="datetimeFigureOut">
              <a:rPr lang="es-GT" smtClean="0"/>
              <a:t>12/02/2020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19447-E32E-4393-B501-2DD9674C4E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59661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09540-BC77-4437-B28E-7E8EBDBC4278}" type="datetimeFigureOut">
              <a:rPr lang="es-GT" smtClean="0"/>
              <a:t>12/02/2020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19447-E32E-4393-B501-2DD9674C4E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01265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GT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09540-BC77-4437-B28E-7E8EBDBC4278}" type="datetimeFigureOut">
              <a:rPr lang="es-GT" smtClean="0"/>
              <a:t>12/02/2020</a:t>
            </a:fld>
            <a:endParaRPr lang="es-GT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19447-E32E-4393-B501-2DD9674C4ED0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502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564777" y="510988"/>
            <a:ext cx="1099969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4000" b="1" dirty="0" smtClean="0"/>
              <a:t>Marco Conceptual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GT" sz="3000" dirty="0" smtClean="0"/>
              <a:t>Antecedentes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GT" sz="3000" dirty="0" smtClean="0"/>
              <a:t>Justificación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GT" sz="3000" dirty="0" smtClean="0"/>
              <a:t>Planteamiento del problema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GT" sz="3000" dirty="0" smtClean="0"/>
              <a:t>Objetivos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GT" sz="3000" dirty="0" smtClean="0"/>
              <a:t>Viabilidad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GT" sz="3000" dirty="0" smtClean="0"/>
              <a:t>Alcance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GT" sz="3000" dirty="0" smtClean="0"/>
              <a:t>Preguntas a responder</a:t>
            </a:r>
            <a:endParaRPr lang="es-GT" sz="3000" dirty="0"/>
          </a:p>
        </p:txBody>
      </p:sp>
    </p:spTree>
    <p:extLst>
      <p:ext uri="{BB962C8B-B14F-4D97-AF65-F5344CB8AC3E}">
        <p14:creationId xmlns:p14="http://schemas.microsoft.com/office/powerpoint/2010/main" val="2107124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30306" y="353805"/>
            <a:ext cx="2331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GT" sz="2800" b="1" dirty="0" smtClean="0"/>
              <a:t>Antecedentes:</a:t>
            </a:r>
            <a:endParaRPr lang="es-GT" sz="2800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6" y="941293"/>
            <a:ext cx="5997388" cy="5716659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6575611" y="1048871"/>
            <a:ext cx="45316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GT" sz="2000" dirty="0" smtClean="0"/>
              <a:t>Enunciar y describir investigaciones previas que tengan relación con el tema, tanto en el país como en el extranjero</a:t>
            </a:r>
            <a:endParaRPr lang="es-GT" sz="2000" dirty="0"/>
          </a:p>
        </p:txBody>
      </p:sp>
    </p:spTree>
    <p:extLst>
      <p:ext uri="{BB962C8B-B14F-4D97-AF65-F5344CB8AC3E}">
        <p14:creationId xmlns:p14="http://schemas.microsoft.com/office/powerpoint/2010/main" val="291296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30306" y="353805"/>
            <a:ext cx="1126863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GT" sz="2800" b="1" dirty="0" smtClean="0"/>
              <a:t>Justificación:</a:t>
            </a:r>
          </a:p>
          <a:p>
            <a:pPr algn="just"/>
            <a:endParaRPr lang="es-GT" sz="2800" b="1" dirty="0" smtClean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GT" sz="2400" dirty="0" smtClean="0"/>
              <a:t>Justificar la realización de su estudio mediante la exposición de sus razones ¿Para qué? Y ¿Por qué?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GT" sz="2400" dirty="0" smtClean="0"/>
              <a:t>Responder las siguientes preguntas (en forma de narrativa o enunciado):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GT" sz="2200" u="sng" dirty="0" smtClean="0"/>
              <a:t>Conveniencia</a:t>
            </a:r>
            <a:r>
              <a:rPr lang="es-GT" sz="2200" dirty="0" smtClean="0"/>
              <a:t>: ¿Qué tan conveniente es hacer la investigación?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GT" sz="2200" u="sng" dirty="0" smtClean="0"/>
              <a:t>Implicaciones prácticas</a:t>
            </a:r>
            <a:r>
              <a:rPr lang="es-GT" sz="2200" dirty="0" smtClean="0"/>
              <a:t>: ¿Ayudará a resolver algún problema real? ¿Tiene implicaciones trascendentales?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GT" sz="2200" u="sng" dirty="0" smtClean="0"/>
              <a:t>Valor teórico</a:t>
            </a:r>
            <a:r>
              <a:rPr lang="es-GT" sz="2200" dirty="0" smtClean="0"/>
              <a:t>: con la investigación ¿Se llenará algún vacío de conocimiento? ¿Se podrán generalizar los resultados?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s-GT" sz="2200" u="sng" dirty="0" smtClean="0"/>
              <a:t>Utilidad metodológica</a:t>
            </a:r>
            <a:r>
              <a:rPr lang="es-GT" sz="2200" dirty="0" smtClean="0"/>
              <a:t>: ¿La investigación puede ayudar a crear un nuevo instrumento para recolectar o analizar datos?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s-GT" sz="2200" dirty="0"/>
          </a:p>
          <a:p>
            <a:pPr lvl="1" algn="just"/>
            <a:endParaRPr lang="es-GT" sz="2200" dirty="0" smtClean="0"/>
          </a:p>
          <a:p>
            <a:pPr lvl="1" algn="just"/>
            <a:endParaRPr lang="es-GT" sz="2200" u="sng" dirty="0" smtClean="0"/>
          </a:p>
          <a:p>
            <a:pPr lvl="1" algn="just"/>
            <a:endParaRPr lang="es-GT" sz="2400" dirty="0" smtClean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s-GT" sz="2400" dirty="0" smtClean="0"/>
          </a:p>
        </p:txBody>
      </p:sp>
    </p:spTree>
    <p:extLst>
      <p:ext uri="{BB962C8B-B14F-4D97-AF65-F5344CB8AC3E}">
        <p14:creationId xmlns:p14="http://schemas.microsoft.com/office/powerpoint/2010/main" val="378802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30306" y="353805"/>
            <a:ext cx="11268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GT" sz="2800" b="1" dirty="0" smtClean="0"/>
              <a:t>Planteamiento del problema:</a:t>
            </a:r>
            <a:endParaRPr lang="es-GT" sz="24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6" y="1123950"/>
            <a:ext cx="8217382" cy="405316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r="50912"/>
          <a:stretch/>
        </p:blipFill>
        <p:spPr>
          <a:xfrm>
            <a:off x="8950699" y="300017"/>
            <a:ext cx="2398619" cy="287655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46776"/>
          <a:stretch/>
        </p:blipFill>
        <p:spPr>
          <a:xfrm>
            <a:off x="8904249" y="3295863"/>
            <a:ext cx="2600713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2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30306" y="353805"/>
            <a:ext cx="11268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GT" sz="2800" b="1" dirty="0" smtClean="0"/>
              <a:t>Objetivos:</a:t>
            </a:r>
            <a:endParaRPr lang="es-GT" sz="24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58" y="1040466"/>
            <a:ext cx="6075253" cy="5414122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6710082" y="652606"/>
            <a:ext cx="457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GT" sz="2000" dirty="0" smtClean="0"/>
              <a:t>Sugerencias: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 sz="2000" dirty="0" smtClean="0"/>
              <a:t>Usar verbos en infinitivo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 sz="2000" dirty="0" smtClean="0"/>
              <a:t>Plantear una relación entre dos variables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GT" sz="2000" dirty="0" smtClean="0"/>
              <a:t>Plantear un enunciado que implique la obtención de algún cálculo o alguna medida</a:t>
            </a:r>
            <a:endParaRPr lang="es-GT" sz="2000" dirty="0"/>
          </a:p>
        </p:txBody>
      </p:sp>
    </p:spTree>
    <p:extLst>
      <p:ext uri="{BB962C8B-B14F-4D97-AF65-F5344CB8AC3E}">
        <p14:creationId xmlns:p14="http://schemas.microsoft.com/office/powerpoint/2010/main" val="3942429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30306" y="353805"/>
            <a:ext cx="11268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GT" sz="2800" b="1" dirty="0" smtClean="0"/>
              <a:t>Viabilidad: </a:t>
            </a:r>
            <a:r>
              <a:rPr lang="es-GT" sz="2800" dirty="0" smtClean="0"/>
              <a:t>es la factibilidad de realizar el estudio</a:t>
            </a:r>
            <a:endParaRPr lang="es-GT" sz="24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96" y="1155327"/>
            <a:ext cx="6398573" cy="4438650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7530353" y="1345414"/>
            <a:ext cx="402067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GT" sz="2200" dirty="0" smtClean="0"/>
              <a:t>Tomar en cuenta la disponibilidad de: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GT" dirty="0" smtClean="0"/>
              <a:t>Recursos financieros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GT" dirty="0" smtClean="0"/>
              <a:t>Recursos humanos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GT" dirty="0" smtClean="0"/>
              <a:t>Recursos materiales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s-GT" sz="2000" dirty="0"/>
          </a:p>
        </p:txBody>
      </p:sp>
    </p:spTree>
    <p:extLst>
      <p:ext uri="{BB962C8B-B14F-4D97-AF65-F5344CB8AC3E}">
        <p14:creationId xmlns:p14="http://schemas.microsoft.com/office/powerpoint/2010/main" val="3438340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30306" y="353805"/>
            <a:ext cx="11268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GT" sz="2800" b="1" dirty="0" smtClean="0"/>
              <a:t>Alcance:</a:t>
            </a:r>
            <a:endParaRPr lang="es-GT" sz="24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6" y="1130953"/>
            <a:ext cx="7153835" cy="3192532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8243046" y="1865992"/>
            <a:ext cx="33617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GT" sz="2000" dirty="0" smtClean="0"/>
              <a:t>El </a:t>
            </a:r>
            <a:r>
              <a:rPr lang="es-GT" sz="2000" b="1" dirty="0" smtClean="0"/>
              <a:t>alcance</a:t>
            </a:r>
            <a:r>
              <a:rPr lang="es-GT" sz="2000" dirty="0" smtClean="0"/>
              <a:t>: es especificar qué abarcará la investigación mientras que el </a:t>
            </a:r>
            <a:r>
              <a:rPr lang="es-GT" sz="2000" b="1" dirty="0" smtClean="0"/>
              <a:t>límite </a:t>
            </a:r>
            <a:r>
              <a:rPr lang="es-GT" sz="2000" dirty="0" smtClean="0"/>
              <a:t>hace referencia a qué elementos no se incluyeron en la investigación y que obstáculos o limitaciones se tuvieron durante el desarrollo de la misma.</a:t>
            </a:r>
          </a:p>
          <a:p>
            <a:pPr algn="just"/>
            <a:endParaRPr lang="es-GT" sz="2000" b="1" dirty="0"/>
          </a:p>
          <a:p>
            <a:pPr algn="just"/>
            <a:r>
              <a:rPr lang="es-GT" sz="2000" dirty="0" smtClean="0"/>
              <a:t>Inicialmente se puede redactar en futuro y una vez terminada la tesis se puede redactar en pasado.</a:t>
            </a:r>
            <a:endParaRPr lang="es-GT" sz="2000" dirty="0"/>
          </a:p>
        </p:txBody>
      </p:sp>
    </p:spTree>
    <p:extLst>
      <p:ext uri="{BB962C8B-B14F-4D97-AF65-F5344CB8AC3E}">
        <p14:creationId xmlns:p14="http://schemas.microsoft.com/office/powerpoint/2010/main" val="2546586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30306" y="353805"/>
            <a:ext cx="11268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GT" sz="2800" b="1" dirty="0" smtClean="0"/>
              <a:t>Preguntas a responder:</a:t>
            </a:r>
            <a:endParaRPr lang="es-GT" sz="24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6" y="1177177"/>
            <a:ext cx="7141941" cy="2803151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1775011" y="4482185"/>
            <a:ext cx="89826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GT" sz="3000" dirty="0" smtClean="0"/>
              <a:t>TIP: las preguntas de investigación es simplemente redactar los objetivos de la tesis pero en forma de pregunta</a:t>
            </a:r>
            <a:endParaRPr lang="es-GT" sz="3000" dirty="0"/>
          </a:p>
        </p:txBody>
      </p:sp>
    </p:spTree>
    <p:extLst>
      <p:ext uri="{BB962C8B-B14F-4D97-AF65-F5344CB8AC3E}">
        <p14:creationId xmlns:p14="http://schemas.microsoft.com/office/powerpoint/2010/main" val="4456145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271</Words>
  <Application>Microsoft Office PowerPoint</Application>
  <PresentationFormat>Panorámica</PresentationFormat>
  <Paragraphs>38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Saravia</dc:creator>
  <cp:lastModifiedBy>Javier Saravia</cp:lastModifiedBy>
  <cp:revision>10</cp:revision>
  <dcterms:created xsi:type="dcterms:W3CDTF">2020-02-13T00:31:29Z</dcterms:created>
  <dcterms:modified xsi:type="dcterms:W3CDTF">2020-02-13T02:32:29Z</dcterms:modified>
</cp:coreProperties>
</file>