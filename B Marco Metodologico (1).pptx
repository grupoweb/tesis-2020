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3" r:id="rId9"/>
    <p:sldId id="266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59EF83-2D6A-4154-A7CC-3C9E00B4A3F0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GT"/>
        </a:p>
      </dgm:t>
    </dgm:pt>
    <dgm:pt modelId="{EC96AD3A-732D-4180-8B0B-30F4C2CDE5C8}">
      <dgm:prSet phldrT="[Texto]"/>
      <dgm:spPr/>
      <dgm:t>
        <a:bodyPr/>
        <a:lstStyle/>
        <a:p>
          <a:r>
            <a:rPr lang="es-GT" b="1" dirty="0" smtClean="0"/>
            <a:t>Enfoque Cuantitativo</a:t>
          </a:r>
          <a:endParaRPr lang="es-GT" b="1" dirty="0"/>
        </a:p>
      </dgm:t>
    </dgm:pt>
    <dgm:pt modelId="{B7D283D2-D4EA-4699-BE15-D812281FBCA0}" type="parTrans" cxnId="{4739950C-D443-4A54-A7FC-6694C7B6D28D}">
      <dgm:prSet/>
      <dgm:spPr/>
      <dgm:t>
        <a:bodyPr/>
        <a:lstStyle/>
        <a:p>
          <a:endParaRPr lang="es-GT"/>
        </a:p>
      </dgm:t>
    </dgm:pt>
    <dgm:pt modelId="{3AB989E2-6E3E-4821-88BC-62CF35E9E33A}" type="sibTrans" cxnId="{4739950C-D443-4A54-A7FC-6694C7B6D28D}">
      <dgm:prSet/>
      <dgm:spPr/>
      <dgm:t>
        <a:bodyPr/>
        <a:lstStyle/>
        <a:p>
          <a:endParaRPr lang="es-GT"/>
        </a:p>
      </dgm:t>
    </dgm:pt>
    <dgm:pt modelId="{E5EA5B90-61F9-49BD-882B-D9910F73134E}">
      <dgm:prSet phldrT="[Texto]"/>
      <dgm:spPr/>
      <dgm:t>
        <a:bodyPr/>
        <a:lstStyle/>
        <a:p>
          <a:r>
            <a:rPr lang="es-GT" dirty="0" smtClean="0"/>
            <a:t>Investigación Experimental</a:t>
          </a:r>
          <a:endParaRPr lang="es-GT" dirty="0"/>
        </a:p>
      </dgm:t>
    </dgm:pt>
    <dgm:pt modelId="{34D23656-3683-4F34-A06E-2B2C9239B799}" type="parTrans" cxnId="{7FB078C6-6224-455F-B436-867C9196AA1E}">
      <dgm:prSet/>
      <dgm:spPr/>
      <dgm:t>
        <a:bodyPr/>
        <a:lstStyle/>
        <a:p>
          <a:endParaRPr lang="es-GT"/>
        </a:p>
      </dgm:t>
    </dgm:pt>
    <dgm:pt modelId="{9ED120F6-1F68-47AD-92AF-405FF9F2C1A9}" type="sibTrans" cxnId="{7FB078C6-6224-455F-B436-867C9196AA1E}">
      <dgm:prSet/>
      <dgm:spPr/>
      <dgm:t>
        <a:bodyPr/>
        <a:lstStyle/>
        <a:p>
          <a:endParaRPr lang="es-GT"/>
        </a:p>
      </dgm:t>
    </dgm:pt>
    <dgm:pt modelId="{0EBA80FD-A7BF-4BEC-B823-808ECD968729}">
      <dgm:prSet phldrT="[Texto]"/>
      <dgm:spPr/>
      <dgm:t>
        <a:bodyPr/>
        <a:lstStyle/>
        <a:p>
          <a:r>
            <a:rPr lang="es-GT" dirty="0" smtClean="0"/>
            <a:t>Investigación No Experimental</a:t>
          </a:r>
          <a:endParaRPr lang="es-GT" dirty="0"/>
        </a:p>
      </dgm:t>
    </dgm:pt>
    <dgm:pt modelId="{50539D3E-B66D-4978-9800-41963B1F856A}" type="parTrans" cxnId="{F9C97E2F-9D59-4DAB-81A2-DA2D1F37FAA0}">
      <dgm:prSet/>
      <dgm:spPr/>
      <dgm:t>
        <a:bodyPr/>
        <a:lstStyle/>
        <a:p>
          <a:endParaRPr lang="es-GT"/>
        </a:p>
      </dgm:t>
    </dgm:pt>
    <dgm:pt modelId="{CCFEAD16-B51C-4A18-900A-F873C8DB8F90}" type="sibTrans" cxnId="{F9C97E2F-9D59-4DAB-81A2-DA2D1F37FAA0}">
      <dgm:prSet/>
      <dgm:spPr/>
      <dgm:t>
        <a:bodyPr/>
        <a:lstStyle/>
        <a:p>
          <a:endParaRPr lang="es-GT"/>
        </a:p>
      </dgm:t>
    </dgm:pt>
    <dgm:pt modelId="{FD053858-CA74-4BC6-A92A-BC03EC1279FE}">
      <dgm:prSet phldrT="[Texto]"/>
      <dgm:spPr/>
      <dgm:t>
        <a:bodyPr/>
        <a:lstStyle/>
        <a:p>
          <a:r>
            <a:rPr lang="es-GT" dirty="0" smtClean="0"/>
            <a:t>Pre Experimental</a:t>
          </a:r>
          <a:endParaRPr lang="es-GT" dirty="0"/>
        </a:p>
      </dgm:t>
    </dgm:pt>
    <dgm:pt modelId="{760E065D-9C13-4771-9562-B9B33EE302ED}" type="parTrans" cxnId="{92F3B672-608A-476D-A33C-68EB39C1BF9D}">
      <dgm:prSet/>
      <dgm:spPr/>
      <dgm:t>
        <a:bodyPr/>
        <a:lstStyle/>
        <a:p>
          <a:endParaRPr lang="es-GT"/>
        </a:p>
      </dgm:t>
    </dgm:pt>
    <dgm:pt modelId="{F0F77185-C37E-4C27-95C7-48365946BD61}" type="sibTrans" cxnId="{92F3B672-608A-476D-A33C-68EB39C1BF9D}">
      <dgm:prSet/>
      <dgm:spPr/>
      <dgm:t>
        <a:bodyPr/>
        <a:lstStyle/>
        <a:p>
          <a:endParaRPr lang="es-GT"/>
        </a:p>
      </dgm:t>
    </dgm:pt>
    <dgm:pt modelId="{BB9AE8AF-CCD1-41F0-905D-5F1D7D201AC1}">
      <dgm:prSet phldrT="[Texto]"/>
      <dgm:spPr/>
      <dgm:t>
        <a:bodyPr/>
        <a:lstStyle/>
        <a:p>
          <a:r>
            <a:rPr lang="es-GT" dirty="0" smtClean="0"/>
            <a:t>Experimento Puro</a:t>
          </a:r>
          <a:endParaRPr lang="es-GT" dirty="0"/>
        </a:p>
      </dgm:t>
    </dgm:pt>
    <dgm:pt modelId="{3A29AE37-248B-47F2-970A-461500EF57A2}" type="parTrans" cxnId="{3C33D739-CD6E-41C1-8615-B0B7F224E919}">
      <dgm:prSet/>
      <dgm:spPr/>
      <dgm:t>
        <a:bodyPr/>
        <a:lstStyle/>
        <a:p>
          <a:endParaRPr lang="es-GT"/>
        </a:p>
      </dgm:t>
    </dgm:pt>
    <dgm:pt modelId="{98ADAA76-505C-4291-ADA7-F6F3BBA89235}" type="sibTrans" cxnId="{3C33D739-CD6E-41C1-8615-B0B7F224E919}">
      <dgm:prSet/>
      <dgm:spPr/>
      <dgm:t>
        <a:bodyPr/>
        <a:lstStyle/>
        <a:p>
          <a:endParaRPr lang="es-GT"/>
        </a:p>
      </dgm:t>
    </dgm:pt>
    <dgm:pt modelId="{2D0A2581-AD1E-4790-A705-0DBF8F13CAB8}">
      <dgm:prSet phldrT="[Texto]"/>
      <dgm:spPr/>
      <dgm:t>
        <a:bodyPr/>
        <a:lstStyle/>
        <a:p>
          <a:r>
            <a:rPr lang="es-GT" dirty="0" smtClean="0"/>
            <a:t>Cuasi Experimental</a:t>
          </a:r>
          <a:endParaRPr lang="es-GT" dirty="0"/>
        </a:p>
      </dgm:t>
    </dgm:pt>
    <dgm:pt modelId="{83B7B7B2-10B9-45AC-B3BD-4E580ED77BFF}" type="parTrans" cxnId="{8880C599-A2BC-4A12-9894-82F6E4B039B3}">
      <dgm:prSet/>
      <dgm:spPr/>
      <dgm:t>
        <a:bodyPr/>
        <a:lstStyle/>
        <a:p>
          <a:endParaRPr lang="es-GT"/>
        </a:p>
      </dgm:t>
    </dgm:pt>
    <dgm:pt modelId="{BAE00499-C786-4EC3-B2D3-4F115D19B2E5}" type="sibTrans" cxnId="{8880C599-A2BC-4A12-9894-82F6E4B039B3}">
      <dgm:prSet/>
      <dgm:spPr/>
      <dgm:t>
        <a:bodyPr/>
        <a:lstStyle/>
        <a:p>
          <a:endParaRPr lang="es-GT"/>
        </a:p>
      </dgm:t>
    </dgm:pt>
    <dgm:pt modelId="{477BEB8F-BD80-4CE7-89FD-808C86F18648}">
      <dgm:prSet phldrT="[Texto]"/>
      <dgm:spPr/>
      <dgm:t>
        <a:bodyPr/>
        <a:lstStyle/>
        <a:p>
          <a:r>
            <a:rPr lang="es-GT" dirty="0" smtClean="0"/>
            <a:t>Transversal</a:t>
          </a:r>
          <a:endParaRPr lang="es-GT" dirty="0"/>
        </a:p>
      </dgm:t>
    </dgm:pt>
    <dgm:pt modelId="{10930462-7306-4556-AC56-911C83A6712C}" type="parTrans" cxnId="{32AAFE88-6D43-4F49-AF54-8F39E4EF828D}">
      <dgm:prSet/>
      <dgm:spPr/>
      <dgm:t>
        <a:bodyPr/>
        <a:lstStyle/>
        <a:p>
          <a:endParaRPr lang="es-GT"/>
        </a:p>
      </dgm:t>
    </dgm:pt>
    <dgm:pt modelId="{72EA94FD-AF8A-4678-8FAF-668F9C72EA5F}" type="sibTrans" cxnId="{32AAFE88-6D43-4F49-AF54-8F39E4EF828D}">
      <dgm:prSet/>
      <dgm:spPr/>
      <dgm:t>
        <a:bodyPr/>
        <a:lstStyle/>
        <a:p>
          <a:endParaRPr lang="es-GT"/>
        </a:p>
      </dgm:t>
    </dgm:pt>
    <dgm:pt modelId="{35B586F6-D25A-4838-A49A-1A0739CF4BE2}">
      <dgm:prSet phldrT="[Texto]"/>
      <dgm:spPr/>
      <dgm:t>
        <a:bodyPr/>
        <a:lstStyle/>
        <a:p>
          <a:r>
            <a:rPr lang="es-GT" dirty="0" smtClean="0"/>
            <a:t>Longitudinal</a:t>
          </a:r>
          <a:endParaRPr lang="es-GT" dirty="0"/>
        </a:p>
      </dgm:t>
    </dgm:pt>
    <dgm:pt modelId="{05645DCB-7D51-43BB-9B28-715C138A11EB}" type="parTrans" cxnId="{B12C9EDB-4CE9-41EA-BB2B-D080D09BE32D}">
      <dgm:prSet/>
      <dgm:spPr/>
      <dgm:t>
        <a:bodyPr/>
        <a:lstStyle/>
        <a:p>
          <a:endParaRPr lang="es-GT"/>
        </a:p>
      </dgm:t>
    </dgm:pt>
    <dgm:pt modelId="{32B8265B-F779-483A-B5E1-24C02321D927}" type="sibTrans" cxnId="{B12C9EDB-4CE9-41EA-BB2B-D080D09BE32D}">
      <dgm:prSet/>
      <dgm:spPr/>
      <dgm:t>
        <a:bodyPr/>
        <a:lstStyle/>
        <a:p>
          <a:endParaRPr lang="es-GT"/>
        </a:p>
      </dgm:t>
    </dgm:pt>
    <dgm:pt modelId="{7C98A1EF-3EFC-4117-ACD6-B8F8E952F8C2}">
      <dgm:prSet phldrT="[Texto]"/>
      <dgm:spPr/>
      <dgm:t>
        <a:bodyPr/>
        <a:lstStyle/>
        <a:p>
          <a:r>
            <a:rPr lang="es-GT" dirty="0" smtClean="0"/>
            <a:t>Descriptivo</a:t>
          </a:r>
          <a:endParaRPr lang="es-GT" dirty="0"/>
        </a:p>
      </dgm:t>
    </dgm:pt>
    <dgm:pt modelId="{E494DEFB-B250-4251-BE29-27A51013FDEC}" type="parTrans" cxnId="{D29E18F8-56F5-49C0-B3F7-7A26A857259D}">
      <dgm:prSet/>
      <dgm:spPr/>
      <dgm:t>
        <a:bodyPr/>
        <a:lstStyle/>
        <a:p>
          <a:endParaRPr lang="es-GT"/>
        </a:p>
      </dgm:t>
    </dgm:pt>
    <dgm:pt modelId="{5B44A11E-D501-4984-ABB7-DB5A977524E5}" type="sibTrans" cxnId="{D29E18F8-56F5-49C0-B3F7-7A26A857259D}">
      <dgm:prSet/>
      <dgm:spPr/>
      <dgm:t>
        <a:bodyPr/>
        <a:lstStyle/>
        <a:p>
          <a:endParaRPr lang="es-GT"/>
        </a:p>
      </dgm:t>
    </dgm:pt>
    <dgm:pt modelId="{D7425B20-FC4C-4960-B949-106E8C19AE9F}">
      <dgm:prSet phldrT="[Texto]"/>
      <dgm:spPr/>
      <dgm:t>
        <a:bodyPr/>
        <a:lstStyle/>
        <a:p>
          <a:r>
            <a:rPr lang="es-GT" dirty="0" smtClean="0"/>
            <a:t>Analítico</a:t>
          </a:r>
          <a:endParaRPr lang="es-GT" dirty="0"/>
        </a:p>
      </dgm:t>
    </dgm:pt>
    <dgm:pt modelId="{C46AC2E8-8E0A-4779-85AD-3739063FF96F}" type="parTrans" cxnId="{41A55AAD-8147-49BC-BA8C-29927BCE30DE}">
      <dgm:prSet/>
      <dgm:spPr/>
      <dgm:t>
        <a:bodyPr/>
        <a:lstStyle/>
        <a:p>
          <a:endParaRPr lang="es-GT"/>
        </a:p>
      </dgm:t>
    </dgm:pt>
    <dgm:pt modelId="{924D2422-E464-4A48-8648-4A66BA500142}" type="sibTrans" cxnId="{41A55AAD-8147-49BC-BA8C-29927BCE30DE}">
      <dgm:prSet/>
      <dgm:spPr/>
      <dgm:t>
        <a:bodyPr/>
        <a:lstStyle/>
        <a:p>
          <a:endParaRPr lang="es-GT"/>
        </a:p>
      </dgm:t>
    </dgm:pt>
    <dgm:pt modelId="{E104942E-62BB-4DDC-8873-043C97286050}" type="pres">
      <dgm:prSet presAssocID="{9859EF83-2D6A-4154-A7CC-3C9E00B4A3F0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GT"/>
        </a:p>
      </dgm:t>
    </dgm:pt>
    <dgm:pt modelId="{B6DAA10C-8FBA-4B4A-A42B-3E989333D4EF}" type="pres">
      <dgm:prSet presAssocID="{EC96AD3A-732D-4180-8B0B-30F4C2CDE5C8}" presName="hierRoot1" presStyleCnt="0">
        <dgm:presLayoutVars>
          <dgm:hierBranch val="init"/>
        </dgm:presLayoutVars>
      </dgm:prSet>
      <dgm:spPr/>
    </dgm:pt>
    <dgm:pt modelId="{ABA399D0-D148-4043-9253-D2738A71951A}" type="pres">
      <dgm:prSet presAssocID="{EC96AD3A-732D-4180-8B0B-30F4C2CDE5C8}" presName="rootComposite1" presStyleCnt="0"/>
      <dgm:spPr/>
    </dgm:pt>
    <dgm:pt modelId="{0BF13F88-4263-424D-8094-189C52283FEF}" type="pres">
      <dgm:prSet presAssocID="{EC96AD3A-732D-4180-8B0B-30F4C2CDE5C8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6B76C91D-F200-47B0-9ED4-24A9D7CED166}" type="pres">
      <dgm:prSet presAssocID="{EC96AD3A-732D-4180-8B0B-30F4C2CDE5C8}" presName="topArc1" presStyleLbl="parChTrans1D1" presStyleIdx="0" presStyleCnt="20"/>
      <dgm:spPr/>
    </dgm:pt>
    <dgm:pt modelId="{D62D704C-1BC9-40F8-A1E2-8462883D89E4}" type="pres">
      <dgm:prSet presAssocID="{EC96AD3A-732D-4180-8B0B-30F4C2CDE5C8}" presName="bottomArc1" presStyleLbl="parChTrans1D1" presStyleIdx="1" presStyleCnt="20"/>
      <dgm:spPr/>
    </dgm:pt>
    <dgm:pt modelId="{B8584EFF-3761-47A1-B0B4-57DA5B896E95}" type="pres">
      <dgm:prSet presAssocID="{EC96AD3A-732D-4180-8B0B-30F4C2CDE5C8}" presName="topConnNode1" presStyleLbl="node1" presStyleIdx="0" presStyleCnt="0"/>
      <dgm:spPr/>
      <dgm:t>
        <a:bodyPr/>
        <a:lstStyle/>
        <a:p>
          <a:endParaRPr lang="es-GT"/>
        </a:p>
      </dgm:t>
    </dgm:pt>
    <dgm:pt modelId="{4741BBE6-5440-43A5-BB3C-21F9EC5479CF}" type="pres">
      <dgm:prSet presAssocID="{EC96AD3A-732D-4180-8B0B-30F4C2CDE5C8}" presName="hierChild2" presStyleCnt="0"/>
      <dgm:spPr/>
    </dgm:pt>
    <dgm:pt modelId="{73692D2C-D1EF-4DA3-B8F3-EC6B46788E4C}" type="pres">
      <dgm:prSet presAssocID="{34D23656-3683-4F34-A06E-2B2C9239B799}" presName="Name28" presStyleLbl="parChTrans1D2" presStyleIdx="0" presStyleCnt="2"/>
      <dgm:spPr/>
      <dgm:t>
        <a:bodyPr/>
        <a:lstStyle/>
        <a:p>
          <a:endParaRPr lang="es-GT"/>
        </a:p>
      </dgm:t>
    </dgm:pt>
    <dgm:pt modelId="{23D394B3-0612-464B-9693-4559979EF9F6}" type="pres">
      <dgm:prSet presAssocID="{E5EA5B90-61F9-49BD-882B-D9910F73134E}" presName="hierRoot2" presStyleCnt="0">
        <dgm:presLayoutVars>
          <dgm:hierBranch val="init"/>
        </dgm:presLayoutVars>
      </dgm:prSet>
      <dgm:spPr/>
    </dgm:pt>
    <dgm:pt modelId="{F8704EB0-DBBD-4F51-8E33-C186F7839360}" type="pres">
      <dgm:prSet presAssocID="{E5EA5B90-61F9-49BD-882B-D9910F73134E}" presName="rootComposite2" presStyleCnt="0"/>
      <dgm:spPr/>
    </dgm:pt>
    <dgm:pt modelId="{9CB8D6FA-2BD6-4E8D-9D5E-76D4E645B7EB}" type="pres">
      <dgm:prSet presAssocID="{E5EA5B90-61F9-49BD-882B-D9910F73134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CA34D6FC-650D-4B83-89DD-74A4F8CD4BB0}" type="pres">
      <dgm:prSet presAssocID="{E5EA5B90-61F9-49BD-882B-D9910F73134E}" presName="topArc2" presStyleLbl="parChTrans1D1" presStyleIdx="2" presStyleCnt="20"/>
      <dgm:spPr/>
    </dgm:pt>
    <dgm:pt modelId="{DD9D26F5-C617-4876-BF1E-AAE94ACEF354}" type="pres">
      <dgm:prSet presAssocID="{E5EA5B90-61F9-49BD-882B-D9910F73134E}" presName="bottomArc2" presStyleLbl="parChTrans1D1" presStyleIdx="3" presStyleCnt="20"/>
      <dgm:spPr/>
    </dgm:pt>
    <dgm:pt modelId="{58F3FF72-664E-41E3-BC5C-2173D2892D5A}" type="pres">
      <dgm:prSet presAssocID="{E5EA5B90-61F9-49BD-882B-D9910F73134E}" presName="topConnNode2" presStyleLbl="node2" presStyleIdx="0" presStyleCnt="0"/>
      <dgm:spPr/>
      <dgm:t>
        <a:bodyPr/>
        <a:lstStyle/>
        <a:p>
          <a:endParaRPr lang="es-GT"/>
        </a:p>
      </dgm:t>
    </dgm:pt>
    <dgm:pt modelId="{69705BC7-E2D7-470C-85C9-37EA6BDAE23B}" type="pres">
      <dgm:prSet presAssocID="{E5EA5B90-61F9-49BD-882B-D9910F73134E}" presName="hierChild4" presStyleCnt="0"/>
      <dgm:spPr/>
    </dgm:pt>
    <dgm:pt modelId="{12D50842-4418-43A0-8E17-E23519F0F411}" type="pres">
      <dgm:prSet presAssocID="{760E065D-9C13-4771-9562-B9B33EE302ED}" presName="Name28" presStyleLbl="parChTrans1D3" presStyleIdx="0" presStyleCnt="5"/>
      <dgm:spPr/>
      <dgm:t>
        <a:bodyPr/>
        <a:lstStyle/>
        <a:p>
          <a:endParaRPr lang="es-GT"/>
        </a:p>
      </dgm:t>
    </dgm:pt>
    <dgm:pt modelId="{EF042040-B9F6-40FB-B97A-A2213BCA10E0}" type="pres">
      <dgm:prSet presAssocID="{FD053858-CA74-4BC6-A92A-BC03EC1279FE}" presName="hierRoot2" presStyleCnt="0">
        <dgm:presLayoutVars>
          <dgm:hierBranch val="init"/>
        </dgm:presLayoutVars>
      </dgm:prSet>
      <dgm:spPr/>
    </dgm:pt>
    <dgm:pt modelId="{445B492C-CCD6-4EB5-82B4-49347676A1FD}" type="pres">
      <dgm:prSet presAssocID="{FD053858-CA74-4BC6-A92A-BC03EC1279FE}" presName="rootComposite2" presStyleCnt="0"/>
      <dgm:spPr/>
    </dgm:pt>
    <dgm:pt modelId="{CC6B48AE-0B04-4DD3-A970-9BFAF8B136CE}" type="pres">
      <dgm:prSet presAssocID="{FD053858-CA74-4BC6-A92A-BC03EC1279F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E5F64E39-42F7-4939-B11C-F64EC063C664}" type="pres">
      <dgm:prSet presAssocID="{FD053858-CA74-4BC6-A92A-BC03EC1279FE}" presName="topArc2" presStyleLbl="parChTrans1D1" presStyleIdx="4" presStyleCnt="20"/>
      <dgm:spPr/>
    </dgm:pt>
    <dgm:pt modelId="{D9004BF8-AA9D-424A-828B-34699092D1FA}" type="pres">
      <dgm:prSet presAssocID="{FD053858-CA74-4BC6-A92A-BC03EC1279FE}" presName="bottomArc2" presStyleLbl="parChTrans1D1" presStyleIdx="5" presStyleCnt="20"/>
      <dgm:spPr/>
    </dgm:pt>
    <dgm:pt modelId="{AE74F993-BF2D-4CFD-A7C1-2DA25987B2A5}" type="pres">
      <dgm:prSet presAssocID="{FD053858-CA74-4BC6-A92A-BC03EC1279FE}" presName="topConnNode2" presStyleLbl="node3" presStyleIdx="0" presStyleCnt="0"/>
      <dgm:spPr/>
      <dgm:t>
        <a:bodyPr/>
        <a:lstStyle/>
        <a:p>
          <a:endParaRPr lang="es-GT"/>
        </a:p>
      </dgm:t>
    </dgm:pt>
    <dgm:pt modelId="{A7ECCE78-34B2-4587-AA6E-D3F7655341AD}" type="pres">
      <dgm:prSet presAssocID="{FD053858-CA74-4BC6-A92A-BC03EC1279FE}" presName="hierChild4" presStyleCnt="0"/>
      <dgm:spPr/>
    </dgm:pt>
    <dgm:pt modelId="{CF9DF724-8D58-4EEE-A31F-DE54DB58D907}" type="pres">
      <dgm:prSet presAssocID="{FD053858-CA74-4BC6-A92A-BC03EC1279FE}" presName="hierChild5" presStyleCnt="0"/>
      <dgm:spPr/>
    </dgm:pt>
    <dgm:pt modelId="{87E65585-F02C-49D8-A538-75C17A1B6F06}" type="pres">
      <dgm:prSet presAssocID="{3A29AE37-248B-47F2-970A-461500EF57A2}" presName="Name28" presStyleLbl="parChTrans1D3" presStyleIdx="1" presStyleCnt="5"/>
      <dgm:spPr/>
      <dgm:t>
        <a:bodyPr/>
        <a:lstStyle/>
        <a:p>
          <a:endParaRPr lang="es-GT"/>
        </a:p>
      </dgm:t>
    </dgm:pt>
    <dgm:pt modelId="{29B1AA5C-366E-4BFF-AF8B-3AD08CD0CA8D}" type="pres">
      <dgm:prSet presAssocID="{BB9AE8AF-CCD1-41F0-905D-5F1D7D201AC1}" presName="hierRoot2" presStyleCnt="0">
        <dgm:presLayoutVars>
          <dgm:hierBranch val="init"/>
        </dgm:presLayoutVars>
      </dgm:prSet>
      <dgm:spPr/>
    </dgm:pt>
    <dgm:pt modelId="{1082DC84-E5E5-4DCB-8019-1344641868C2}" type="pres">
      <dgm:prSet presAssocID="{BB9AE8AF-CCD1-41F0-905D-5F1D7D201AC1}" presName="rootComposite2" presStyleCnt="0"/>
      <dgm:spPr/>
    </dgm:pt>
    <dgm:pt modelId="{EC0943CC-0A58-4516-ABE4-B997BFB41188}" type="pres">
      <dgm:prSet presAssocID="{BB9AE8AF-CCD1-41F0-905D-5F1D7D201AC1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88232D4E-3E8B-4559-BC2E-76F2CF23A327}" type="pres">
      <dgm:prSet presAssocID="{BB9AE8AF-CCD1-41F0-905D-5F1D7D201AC1}" presName="topArc2" presStyleLbl="parChTrans1D1" presStyleIdx="6" presStyleCnt="20"/>
      <dgm:spPr/>
    </dgm:pt>
    <dgm:pt modelId="{3D9674C6-0223-42E0-A8FA-7318BE7904AA}" type="pres">
      <dgm:prSet presAssocID="{BB9AE8AF-CCD1-41F0-905D-5F1D7D201AC1}" presName="bottomArc2" presStyleLbl="parChTrans1D1" presStyleIdx="7" presStyleCnt="20"/>
      <dgm:spPr/>
    </dgm:pt>
    <dgm:pt modelId="{29EC488E-F955-4202-96F0-5AFBC964402E}" type="pres">
      <dgm:prSet presAssocID="{BB9AE8AF-CCD1-41F0-905D-5F1D7D201AC1}" presName="topConnNode2" presStyleLbl="node3" presStyleIdx="0" presStyleCnt="0"/>
      <dgm:spPr/>
      <dgm:t>
        <a:bodyPr/>
        <a:lstStyle/>
        <a:p>
          <a:endParaRPr lang="es-GT"/>
        </a:p>
      </dgm:t>
    </dgm:pt>
    <dgm:pt modelId="{4D42DFE2-E3D0-4F08-AC6B-20C097B9BB8E}" type="pres">
      <dgm:prSet presAssocID="{BB9AE8AF-CCD1-41F0-905D-5F1D7D201AC1}" presName="hierChild4" presStyleCnt="0"/>
      <dgm:spPr/>
    </dgm:pt>
    <dgm:pt modelId="{F57EA00E-BE16-4969-B6AA-9A8E2B9FFB0F}" type="pres">
      <dgm:prSet presAssocID="{BB9AE8AF-CCD1-41F0-905D-5F1D7D201AC1}" presName="hierChild5" presStyleCnt="0"/>
      <dgm:spPr/>
    </dgm:pt>
    <dgm:pt modelId="{C375BA48-A342-4554-AF87-1A3859EE1C6E}" type="pres">
      <dgm:prSet presAssocID="{83B7B7B2-10B9-45AC-B3BD-4E580ED77BFF}" presName="Name28" presStyleLbl="parChTrans1D3" presStyleIdx="2" presStyleCnt="5"/>
      <dgm:spPr/>
      <dgm:t>
        <a:bodyPr/>
        <a:lstStyle/>
        <a:p>
          <a:endParaRPr lang="es-GT"/>
        </a:p>
      </dgm:t>
    </dgm:pt>
    <dgm:pt modelId="{85D9E53C-512C-4487-8637-8594D4660005}" type="pres">
      <dgm:prSet presAssocID="{2D0A2581-AD1E-4790-A705-0DBF8F13CAB8}" presName="hierRoot2" presStyleCnt="0">
        <dgm:presLayoutVars>
          <dgm:hierBranch val="init"/>
        </dgm:presLayoutVars>
      </dgm:prSet>
      <dgm:spPr/>
    </dgm:pt>
    <dgm:pt modelId="{16039AC0-634F-4FB7-B436-B81CA93025C7}" type="pres">
      <dgm:prSet presAssocID="{2D0A2581-AD1E-4790-A705-0DBF8F13CAB8}" presName="rootComposite2" presStyleCnt="0"/>
      <dgm:spPr/>
    </dgm:pt>
    <dgm:pt modelId="{64AD52AC-C20A-4C48-8C06-500F07225450}" type="pres">
      <dgm:prSet presAssocID="{2D0A2581-AD1E-4790-A705-0DBF8F13CAB8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12BEFF1B-1D50-4210-8383-580AF571ACD2}" type="pres">
      <dgm:prSet presAssocID="{2D0A2581-AD1E-4790-A705-0DBF8F13CAB8}" presName="topArc2" presStyleLbl="parChTrans1D1" presStyleIdx="8" presStyleCnt="20"/>
      <dgm:spPr/>
    </dgm:pt>
    <dgm:pt modelId="{A3B810DC-0EB2-4936-A0E5-81F5A44C3646}" type="pres">
      <dgm:prSet presAssocID="{2D0A2581-AD1E-4790-A705-0DBF8F13CAB8}" presName="bottomArc2" presStyleLbl="parChTrans1D1" presStyleIdx="9" presStyleCnt="20"/>
      <dgm:spPr/>
    </dgm:pt>
    <dgm:pt modelId="{1B4BCA1E-D054-4524-9C15-A28D9B3C6D82}" type="pres">
      <dgm:prSet presAssocID="{2D0A2581-AD1E-4790-A705-0DBF8F13CAB8}" presName="topConnNode2" presStyleLbl="node3" presStyleIdx="0" presStyleCnt="0"/>
      <dgm:spPr/>
      <dgm:t>
        <a:bodyPr/>
        <a:lstStyle/>
        <a:p>
          <a:endParaRPr lang="es-GT"/>
        </a:p>
      </dgm:t>
    </dgm:pt>
    <dgm:pt modelId="{1FB7A340-EDC5-4B82-B339-5E52E51D78C9}" type="pres">
      <dgm:prSet presAssocID="{2D0A2581-AD1E-4790-A705-0DBF8F13CAB8}" presName="hierChild4" presStyleCnt="0"/>
      <dgm:spPr/>
    </dgm:pt>
    <dgm:pt modelId="{E4025DF7-06C3-4ED1-8D3D-B8B079B73FC7}" type="pres">
      <dgm:prSet presAssocID="{2D0A2581-AD1E-4790-A705-0DBF8F13CAB8}" presName="hierChild5" presStyleCnt="0"/>
      <dgm:spPr/>
    </dgm:pt>
    <dgm:pt modelId="{A07D7476-82BF-4979-9E36-AEF5CA2EA32F}" type="pres">
      <dgm:prSet presAssocID="{E5EA5B90-61F9-49BD-882B-D9910F73134E}" presName="hierChild5" presStyleCnt="0"/>
      <dgm:spPr/>
    </dgm:pt>
    <dgm:pt modelId="{B3353243-16F7-409A-9048-401D429E13EC}" type="pres">
      <dgm:prSet presAssocID="{50539D3E-B66D-4978-9800-41963B1F856A}" presName="Name28" presStyleLbl="parChTrans1D2" presStyleIdx="1" presStyleCnt="2"/>
      <dgm:spPr/>
      <dgm:t>
        <a:bodyPr/>
        <a:lstStyle/>
        <a:p>
          <a:endParaRPr lang="es-GT"/>
        </a:p>
      </dgm:t>
    </dgm:pt>
    <dgm:pt modelId="{45E038AA-5881-4716-BC00-11B4EA6FC844}" type="pres">
      <dgm:prSet presAssocID="{0EBA80FD-A7BF-4BEC-B823-808ECD968729}" presName="hierRoot2" presStyleCnt="0">
        <dgm:presLayoutVars>
          <dgm:hierBranch val="init"/>
        </dgm:presLayoutVars>
      </dgm:prSet>
      <dgm:spPr/>
    </dgm:pt>
    <dgm:pt modelId="{77846F8E-09B1-46CF-9F79-40885EFD262F}" type="pres">
      <dgm:prSet presAssocID="{0EBA80FD-A7BF-4BEC-B823-808ECD968729}" presName="rootComposite2" presStyleCnt="0"/>
      <dgm:spPr/>
    </dgm:pt>
    <dgm:pt modelId="{8EB84D92-75ED-4DC5-B5B6-DBD9EE27C468}" type="pres">
      <dgm:prSet presAssocID="{0EBA80FD-A7BF-4BEC-B823-808ECD968729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50DE54D0-1DAF-4FC9-A5CF-3CC0A0CAAB84}" type="pres">
      <dgm:prSet presAssocID="{0EBA80FD-A7BF-4BEC-B823-808ECD968729}" presName="topArc2" presStyleLbl="parChTrans1D1" presStyleIdx="10" presStyleCnt="20"/>
      <dgm:spPr/>
    </dgm:pt>
    <dgm:pt modelId="{8AED0BEA-9AEE-4445-B290-0141614F6C11}" type="pres">
      <dgm:prSet presAssocID="{0EBA80FD-A7BF-4BEC-B823-808ECD968729}" presName="bottomArc2" presStyleLbl="parChTrans1D1" presStyleIdx="11" presStyleCnt="20"/>
      <dgm:spPr/>
    </dgm:pt>
    <dgm:pt modelId="{C46E9D77-9F1E-40DC-952B-13B8E14AB389}" type="pres">
      <dgm:prSet presAssocID="{0EBA80FD-A7BF-4BEC-B823-808ECD968729}" presName="topConnNode2" presStyleLbl="node2" presStyleIdx="0" presStyleCnt="0"/>
      <dgm:spPr/>
      <dgm:t>
        <a:bodyPr/>
        <a:lstStyle/>
        <a:p>
          <a:endParaRPr lang="es-GT"/>
        </a:p>
      </dgm:t>
    </dgm:pt>
    <dgm:pt modelId="{CEC10D32-5BE3-488E-83B1-4113FC179E0E}" type="pres">
      <dgm:prSet presAssocID="{0EBA80FD-A7BF-4BEC-B823-808ECD968729}" presName="hierChild4" presStyleCnt="0"/>
      <dgm:spPr/>
    </dgm:pt>
    <dgm:pt modelId="{2032C5D1-BFFA-44F6-BDA3-9858B045AA36}" type="pres">
      <dgm:prSet presAssocID="{10930462-7306-4556-AC56-911C83A6712C}" presName="Name28" presStyleLbl="parChTrans1D3" presStyleIdx="3" presStyleCnt="5"/>
      <dgm:spPr/>
      <dgm:t>
        <a:bodyPr/>
        <a:lstStyle/>
        <a:p>
          <a:endParaRPr lang="es-GT"/>
        </a:p>
      </dgm:t>
    </dgm:pt>
    <dgm:pt modelId="{258B5A69-12D9-4074-921B-CDA0576BD176}" type="pres">
      <dgm:prSet presAssocID="{477BEB8F-BD80-4CE7-89FD-808C86F18648}" presName="hierRoot2" presStyleCnt="0">
        <dgm:presLayoutVars>
          <dgm:hierBranch val="init"/>
        </dgm:presLayoutVars>
      </dgm:prSet>
      <dgm:spPr/>
    </dgm:pt>
    <dgm:pt modelId="{CBC88A51-A824-4B9B-85D0-9E1E7F499C15}" type="pres">
      <dgm:prSet presAssocID="{477BEB8F-BD80-4CE7-89FD-808C86F18648}" presName="rootComposite2" presStyleCnt="0"/>
      <dgm:spPr/>
    </dgm:pt>
    <dgm:pt modelId="{FFC589A0-C246-4A0B-838A-1269FC4E7371}" type="pres">
      <dgm:prSet presAssocID="{477BEB8F-BD80-4CE7-89FD-808C86F18648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35499D7F-39C3-4CC4-8A0D-87FAA56B3DA8}" type="pres">
      <dgm:prSet presAssocID="{477BEB8F-BD80-4CE7-89FD-808C86F18648}" presName="topArc2" presStyleLbl="parChTrans1D1" presStyleIdx="12" presStyleCnt="20"/>
      <dgm:spPr/>
    </dgm:pt>
    <dgm:pt modelId="{21AF5F86-F903-450B-A9DE-35F11B368330}" type="pres">
      <dgm:prSet presAssocID="{477BEB8F-BD80-4CE7-89FD-808C86F18648}" presName="bottomArc2" presStyleLbl="parChTrans1D1" presStyleIdx="13" presStyleCnt="20"/>
      <dgm:spPr/>
    </dgm:pt>
    <dgm:pt modelId="{1B1A30FC-9BB5-43C4-A9B9-242A2E033310}" type="pres">
      <dgm:prSet presAssocID="{477BEB8F-BD80-4CE7-89FD-808C86F18648}" presName="topConnNode2" presStyleLbl="node3" presStyleIdx="0" presStyleCnt="0"/>
      <dgm:spPr/>
      <dgm:t>
        <a:bodyPr/>
        <a:lstStyle/>
        <a:p>
          <a:endParaRPr lang="es-GT"/>
        </a:p>
      </dgm:t>
    </dgm:pt>
    <dgm:pt modelId="{1F7CA2CB-568D-412D-B578-D84D75419828}" type="pres">
      <dgm:prSet presAssocID="{477BEB8F-BD80-4CE7-89FD-808C86F18648}" presName="hierChild4" presStyleCnt="0"/>
      <dgm:spPr/>
    </dgm:pt>
    <dgm:pt modelId="{5C741DD4-9B13-4A5D-8863-97703CD6CBF1}" type="pres">
      <dgm:prSet presAssocID="{E494DEFB-B250-4251-BE29-27A51013FDEC}" presName="Name28" presStyleLbl="parChTrans1D4" presStyleIdx="0" presStyleCnt="2"/>
      <dgm:spPr/>
      <dgm:t>
        <a:bodyPr/>
        <a:lstStyle/>
        <a:p>
          <a:endParaRPr lang="es-GT"/>
        </a:p>
      </dgm:t>
    </dgm:pt>
    <dgm:pt modelId="{898D54A8-DFBC-46DF-810B-C4219822C6C5}" type="pres">
      <dgm:prSet presAssocID="{7C98A1EF-3EFC-4117-ACD6-B8F8E952F8C2}" presName="hierRoot2" presStyleCnt="0">
        <dgm:presLayoutVars>
          <dgm:hierBranch val="init"/>
        </dgm:presLayoutVars>
      </dgm:prSet>
      <dgm:spPr/>
    </dgm:pt>
    <dgm:pt modelId="{0196FCAC-A26A-408F-A5A3-BD55AB9E8456}" type="pres">
      <dgm:prSet presAssocID="{7C98A1EF-3EFC-4117-ACD6-B8F8E952F8C2}" presName="rootComposite2" presStyleCnt="0"/>
      <dgm:spPr/>
    </dgm:pt>
    <dgm:pt modelId="{668643A2-B838-4884-95BF-03D69942FE16}" type="pres">
      <dgm:prSet presAssocID="{7C98A1EF-3EFC-4117-ACD6-B8F8E952F8C2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68CDD562-CF2A-44D8-9134-DE9398D5F618}" type="pres">
      <dgm:prSet presAssocID="{7C98A1EF-3EFC-4117-ACD6-B8F8E952F8C2}" presName="topArc2" presStyleLbl="parChTrans1D1" presStyleIdx="14" presStyleCnt="20"/>
      <dgm:spPr/>
    </dgm:pt>
    <dgm:pt modelId="{FF4293B4-7E7D-4E5D-8B6D-9524D8B971B4}" type="pres">
      <dgm:prSet presAssocID="{7C98A1EF-3EFC-4117-ACD6-B8F8E952F8C2}" presName="bottomArc2" presStyleLbl="parChTrans1D1" presStyleIdx="15" presStyleCnt="20"/>
      <dgm:spPr/>
    </dgm:pt>
    <dgm:pt modelId="{6626628D-EA42-49A7-82DF-02705549B862}" type="pres">
      <dgm:prSet presAssocID="{7C98A1EF-3EFC-4117-ACD6-B8F8E952F8C2}" presName="topConnNode2" presStyleLbl="node4" presStyleIdx="0" presStyleCnt="0"/>
      <dgm:spPr/>
      <dgm:t>
        <a:bodyPr/>
        <a:lstStyle/>
        <a:p>
          <a:endParaRPr lang="es-GT"/>
        </a:p>
      </dgm:t>
    </dgm:pt>
    <dgm:pt modelId="{F8E106CE-C394-44C5-A523-8A7DD94FF1D8}" type="pres">
      <dgm:prSet presAssocID="{7C98A1EF-3EFC-4117-ACD6-B8F8E952F8C2}" presName="hierChild4" presStyleCnt="0"/>
      <dgm:spPr/>
    </dgm:pt>
    <dgm:pt modelId="{AE50C26A-BD04-43D0-8E14-7B7FE0EEF427}" type="pres">
      <dgm:prSet presAssocID="{7C98A1EF-3EFC-4117-ACD6-B8F8E952F8C2}" presName="hierChild5" presStyleCnt="0"/>
      <dgm:spPr/>
    </dgm:pt>
    <dgm:pt modelId="{44110F96-4336-4BFD-A8E0-F3530AAB8EA0}" type="pres">
      <dgm:prSet presAssocID="{C46AC2E8-8E0A-4779-85AD-3739063FF96F}" presName="Name28" presStyleLbl="parChTrans1D4" presStyleIdx="1" presStyleCnt="2"/>
      <dgm:spPr/>
      <dgm:t>
        <a:bodyPr/>
        <a:lstStyle/>
        <a:p>
          <a:endParaRPr lang="es-GT"/>
        </a:p>
      </dgm:t>
    </dgm:pt>
    <dgm:pt modelId="{ACC1CDB8-45E0-40FA-9D30-D602100570AA}" type="pres">
      <dgm:prSet presAssocID="{D7425B20-FC4C-4960-B949-106E8C19AE9F}" presName="hierRoot2" presStyleCnt="0">
        <dgm:presLayoutVars>
          <dgm:hierBranch val="init"/>
        </dgm:presLayoutVars>
      </dgm:prSet>
      <dgm:spPr/>
    </dgm:pt>
    <dgm:pt modelId="{2A0D8179-87B5-438E-9A6C-45765D4ACFB4}" type="pres">
      <dgm:prSet presAssocID="{D7425B20-FC4C-4960-B949-106E8C19AE9F}" presName="rootComposite2" presStyleCnt="0"/>
      <dgm:spPr/>
    </dgm:pt>
    <dgm:pt modelId="{5D084FBD-AF4E-48C2-9B99-C033A1E71C4A}" type="pres">
      <dgm:prSet presAssocID="{D7425B20-FC4C-4960-B949-106E8C19AE9F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508D483A-196C-467A-A8EF-3DB8BAE635ED}" type="pres">
      <dgm:prSet presAssocID="{D7425B20-FC4C-4960-B949-106E8C19AE9F}" presName="topArc2" presStyleLbl="parChTrans1D1" presStyleIdx="16" presStyleCnt="20"/>
      <dgm:spPr/>
    </dgm:pt>
    <dgm:pt modelId="{F00C53DB-A2C0-4DD3-ADA0-19A8A5463A84}" type="pres">
      <dgm:prSet presAssocID="{D7425B20-FC4C-4960-B949-106E8C19AE9F}" presName="bottomArc2" presStyleLbl="parChTrans1D1" presStyleIdx="17" presStyleCnt="20"/>
      <dgm:spPr/>
    </dgm:pt>
    <dgm:pt modelId="{BFD4C9B0-889E-4150-BFC3-19C9B621322B}" type="pres">
      <dgm:prSet presAssocID="{D7425B20-FC4C-4960-B949-106E8C19AE9F}" presName="topConnNode2" presStyleLbl="node4" presStyleIdx="0" presStyleCnt="0"/>
      <dgm:spPr/>
      <dgm:t>
        <a:bodyPr/>
        <a:lstStyle/>
        <a:p>
          <a:endParaRPr lang="es-GT"/>
        </a:p>
      </dgm:t>
    </dgm:pt>
    <dgm:pt modelId="{8A8BE0AC-D1E0-4781-9F24-235D6B6C06E9}" type="pres">
      <dgm:prSet presAssocID="{D7425B20-FC4C-4960-B949-106E8C19AE9F}" presName="hierChild4" presStyleCnt="0"/>
      <dgm:spPr/>
    </dgm:pt>
    <dgm:pt modelId="{56CEA329-DD9A-4C10-A906-B8104EDA04AA}" type="pres">
      <dgm:prSet presAssocID="{D7425B20-FC4C-4960-B949-106E8C19AE9F}" presName="hierChild5" presStyleCnt="0"/>
      <dgm:spPr/>
    </dgm:pt>
    <dgm:pt modelId="{33B51C04-2DBE-4F20-8723-B8DA60E2A90F}" type="pres">
      <dgm:prSet presAssocID="{477BEB8F-BD80-4CE7-89FD-808C86F18648}" presName="hierChild5" presStyleCnt="0"/>
      <dgm:spPr/>
    </dgm:pt>
    <dgm:pt modelId="{F0EC3296-369F-4FF0-90E2-DFC84DAB48E0}" type="pres">
      <dgm:prSet presAssocID="{05645DCB-7D51-43BB-9B28-715C138A11EB}" presName="Name28" presStyleLbl="parChTrans1D3" presStyleIdx="4" presStyleCnt="5"/>
      <dgm:spPr/>
      <dgm:t>
        <a:bodyPr/>
        <a:lstStyle/>
        <a:p>
          <a:endParaRPr lang="es-GT"/>
        </a:p>
      </dgm:t>
    </dgm:pt>
    <dgm:pt modelId="{4A00B746-E843-496B-B241-6D14AABA761E}" type="pres">
      <dgm:prSet presAssocID="{35B586F6-D25A-4838-A49A-1A0739CF4BE2}" presName="hierRoot2" presStyleCnt="0">
        <dgm:presLayoutVars>
          <dgm:hierBranch val="init"/>
        </dgm:presLayoutVars>
      </dgm:prSet>
      <dgm:spPr/>
    </dgm:pt>
    <dgm:pt modelId="{B62AAD6B-00BB-49C0-98EF-311EFEBCCAB0}" type="pres">
      <dgm:prSet presAssocID="{35B586F6-D25A-4838-A49A-1A0739CF4BE2}" presName="rootComposite2" presStyleCnt="0"/>
      <dgm:spPr/>
    </dgm:pt>
    <dgm:pt modelId="{4067142D-2E8B-4460-A301-CA191181B696}" type="pres">
      <dgm:prSet presAssocID="{35B586F6-D25A-4838-A49A-1A0739CF4BE2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s-GT"/>
        </a:p>
      </dgm:t>
    </dgm:pt>
    <dgm:pt modelId="{0B3F7906-4290-43C5-A553-B060C7FC3217}" type="pres">
      <dgm:prSet presAssocID="{35B586F6-D25A-4838-A49A-1A0739CF4BE2}" presName="topArc2" presStyleLbl="parChTrans1D1" presStyleIdx="18" presStyleCnt="20"/>
      <dgm:spPr/>
    </dgm:pt>
    <dgm:pt modelId="{16DAC4D2-FA80-4063-AC8B-2A695AE31518}" type="pres">
      <dgm:prSet presAssocID="{35B586F6-D25A-4838-A49A-1A0739CF4BE2}" presName="bottomArc2" presStyleLbl="parChTrans1D1" presStyleIdx="19" presStyleCnt="20"/>
      <dgm:spPr/>
    </dgm:pt>
    <dgm:pt modelId="{7DEFC661-AD75-4237-8B45-5A66D30544EF}" type="pres">
      <dgm:prSet presAssocID="{35B586F6-D25A-4838-A49A-1A0739CF4BE2}" presName="topConnNode2" presStyleLbl="node3" presStyleIdx="0" presStyleCnt="0"/>
      <dgm:spPr/>
      <dgm:t>
        <a:bodyPr/>
        <a:lstStyle/>
        <a:p>
          <a:endParaRPr lang="es-GT"/>
        </a:p>
      </dgm:t>
    </dgm:pt>
    <dgm:pt modelId="{4DEF6B7B-29F3-4B6B-9779-EDDF0426F00E}" type="pres">
      <dgm:prSet presAssocID="{35B586F6-D25A-4838-A49A-1A0739CF4BE2}" presName="hierChild4" presStyleCnt="0"/>
      <dgm:spPr/>
    </dgm:pt>
    <dgm:pt modelId="{CEDDA460-8A02-4F31-82B5-D11992A6EF1E}" type="pres">
      <dgm:prSet presAssocID="{35B586F6-D25A-4838-A49A-1A0739CF4BE2}" presName="hierChild5" presStyleCnt="0"/>
      <dgm:spPr/>
    </dgm:pt>
    <dgm:pt modelId="{EF6C0C62-3232-4545-A9FC-6E9F4A0C1D73}" type="pres">
      <dgm:prSet presAssocID="{0EBA80FD-A7BF-4BEC-B823-808ECD968729}" presName="hierChild5" presStyleCnt="0"/>
      <dgm:spPr/>
    </dgm:pt>
    <dgm:pt modelId="{CE2D0B1F-E151-403C-BFA2-28CBDC62DCB0}" type="pres">
      <dgm:prSet presAssocID="{EC96AD3A-732D-4180-8B0B-30F4C2CDE5C8}" presName="hierChild3" presStyleCnt="0"/>
      <dgm:spPr/>
    </dgm:pt>
  </dgm:ptLst>
  <dgm:cxnLst>
    <dgm:cxn modelId="{3C33D739-CD6E-41C1-8615-B0B7F224E919}" srcId="{E5EA5B90-61F9-49BD-882B-D9910F73134E}" destId="{BB9AE8AF-CCD1-41F0-905D-5F1D7D201AC1}" srcOrd="1" destOrd="0" parTransId="{3A29AE37-248B-47F2-970A-461500EF57A2}" sibTransId="{98ADAA76-505C-4291-ADA7-F6F3BBA89235}"/>
    <dgm:cxn modelId="{56187F74-E4D1-4BFA-ADF8-C2CC055D7519}" type="presOf" srcId="{83B7B7B2-10B9-45AC-B3BD-4E580ED77BFF}" destId="{C375BA48-A342-4554-AF87-1A3859EE1C6E}" srcOrd="0" destOrd="0" presId="urn:microsoft.com/office/officeart/2008/layout/HalfCircleOrganizationChart"/>
    <dgm:cxn modelId="{694AFDA1-9DFD-48BF-A0FB-F1658AAF2668}" type="presOf" srcId="{FD053858-CA74-4BC6-A92A-BC03EC1279FE}" destId="{CC6B48AE-0B04-4DD3-A970-9BFAF8B136CE}" srcOrd="0" destOrd="0" presId="urn:microsoft.com/office/officeart/2008/layout/HalfCircleOrganizationChart"/>
    <dgm:cxn modelId="{7600FF5C-AABD-42F8-BA98-625593ECB4B5}" type="presOf" srcId="{760E065D-9C13-4771-9562-B9B33EE302ED}" destId="{12D50842-4418-43A0-8E17-E23519F0F411}" srcOrd="0" destOrd="0" presId="urn:microsoft.com/office/officeart/2008/layout/HalfCircleOrganizationChart"/>
    <dgm:cxn modelId="{965715FC-A265-4FFF-979E-8E37675536B6}" type="presOf" srcId="{D7425B20-FC4C-4960-B949-106E8C19AE9F}" destId="{BFD4C9B0-889E-4150-BFC3-19C9B621322B}" srcOrd="1" destOrd="0" presId="urn:microsoft.com/office/officeart/2008/layout/HalfCircleOrganizationChart"/>
    <dgm:cxn modelId="{FC7A81BF-F817-4DD4-87AC-0F7A0A730CCD}" type="presOf" srcId="{10930462-7306-4556-AC56-911C83A6712C}" destId="{2032C5D1-BFFA-44F6-BDA3-9858B045AA36}" srcOrd="0" destOrd="0" presId="urn:microsoft.com/office/officeart/2008/layout/HalfCircleOrganizationChart"/>
    <dgm:cxn modelId="{B12C9EDB-4CE9-41EA-BB2B-D080D09BE32D}" srcId="{0EBA80FD-A7BF-4BEC-B823-808ECD968729}" destId="{35B586F6-D25A-4838-A49A-1A0739CF4BE2}" srcOrd="1" destOrd="0" parTransId="{05645DCB-7D51-43BB-9B28-715C138A11EB}" sibTransId="{32B8265B-F779-483A-B5E1-24C02321D927}"/>
    <dgm:cxn modelId="{4CEC3BC1-299F-4AB7-8A31-057F4411AB84}" type="presOf" srcId="{2D0A2581-AD1E-4790-A705-0DBF8F13CAB8}" destId="{1B4BCA1E-D054-4524-9C15-A28D9B3C6D82}" srcOrd="1" destOrd="0" presId="urn:microsoft.com/office/officeart/2008/layout/HalfCircleOrganizationChart"/>
    <dgm:cxn modelId="{4739950C-D443-4A54-A7FC-6694C7B6D28D}" srcId="{9859EF83-2D6A-4154-A7CC-3C9E00B4A3F0}" destId="{EC96AD3A-732D-4180-8B0B-30F4C2CDE5C8}" srcOrd="0" destOrd="0" parTransId="{B7D283D2-D4EA-4699-BE15-D812281FBCA0}" sibTransId="{3AB989E2-6E3E-4821-88BC-62CF35E9E33A}"/>
    <dgm:cxn modelId="{0D7ABDAA-93D8-444F-A5D6-DA41332CAE4D}" type="presOf" srcId="{7C98A1EF-3EFC-4117-ACD6-B8F8E952F8C2}" destId="{668643A2-B838-4884-95BF-03D69942FE16}" srcOrd="0" destOrd="0" presId="urn:microsoft.com/office/officeart/2008/layout/HalfCircleOrganizationChart"/>
    <dgm:cxn modelId="{6E5E63B4-198C-4B44-B833-C3A5597F5BFD}" type="presOf" srcId="{2D0A2581-AD1E-4790-A705-0DBF8F13CAB8}" destId="{64AD52AC-C20A-4C48-8C06-500F07225450}" srcOrd="0" destOrd="0" presId="urn:microsoft.com/office/officeart/2008/layout/HalfCircleOrganizationChart"/>
    <dgm:cxn modelId="{32AAFE88-6D43-4F49-AF54-8F39E4EF828D}" srcId="{0EBA80FD-A7BF-4BEC-B823-808ECD968729}" destId="{477BEB8F-BD80-4CE7-89FD-808C86F18648}" srcOrd="0" destOrd="0" parTransId="{10930462-7306-4556-AC56-911C83A6712C}" sibTransId="{72EA94FD-AF8A-4678-8FAF-668F9C72EA5F}"/>
    <dgm:cxn modelId="{41A55AAD-8147-49BC-BA8C-29927BCE30DE}" srcId="{477BEB8F-BD80-4CE7-89FD-808C86F18648}" destId="{D7425B20-FC4C-4960-B949-106E8C19AE9F}" srcOrd="1" destOrd="0" parTransId="{C46AC2E8-8E0A-4779-85AD-3739063FF96F}" sibTransId="{924D2422-E464-4A48-8648-4A66BA500142}"/>
    <dgm:cxn modelId="{5BB147A3-B248-4052-B0D9-1F989CF001AC}" type="presOf" srcId="{477BEB8F-BD80-4CE7-89FD-808C86F18648}" destId="{FFC589A0-C246-4A0B-838A-1269FC4E7371}" srcOrd="0" destOrd="0" presId="urn:microsoft.com/office/officeart/2008/layout/HalfCircleOrganizationChart"/>
    <dgm:cxn modelId="{E48F49F6-3AF5-4742-B243-61364EBFB82E}" type="presOf" srcId="{E494DEFB-B250-4251-BE29-27A51013FDEC}" destId="{5C741DD4-9B13-4A5D-8863-97703CD6CBF1}" srcOrd="0" destOrd="0" presId="urn:microsoft.com/office/officeart/2008/layout/HalfCircleOrganizationChart"/>
    <dgm:cxn modelId="{E3DCB330-F8A7-4625-B629-8EB4FB374812}" type="presOf" srcId="{EC96AD3A-732D-4180-8B0B-30F4C2CDE5C8}" destId="{0BF13F88-4263-424D-8094-189C52283FEF}" srcOrd="0" destOrd="0" presId="urn:microsoft.com/office/officeart/2008/layout/HalfCircleOrganizationChart"/>
    <dgm:cxn modelId="{9DF3276F-6144-489F-BAE5-EA78FEB34E27}" type="presOf" srcId="{EC96AD3A-732D-4180-8B0B-30F4C2CDE5C8}" destId="{B8584EFF-3761-47A1-B0B4-57DA5B896E95}" srcOrd="1" destOrd="0" presId="urn:microsoft.com/office/officeart/2008/layout/HalfCircleOrganizationChart"/>
    <dgm:cxn modelId="{D28058E0-FA08-4FC9-89D5-A59710863D83}" type="presOf" srcId="{05645DCB-7D51-43BB-9B28-715C138A11EB}" destId="{F0EC3296-369F-4FF0-90E2-DFC84DAB48E0}" srcOrd="0" destOrd="0" presId="urn:microsoft.com/office/officeart/2008/layout/HalfCircleOrganizationChart"/>
    <dgm:cxn modelId="{A0065441-F069-4423-AED6-3BAB0635E9BD}" type="presOf" srcId="{0EBA80FD-A7BF-4BEC-B823-808ECD968729}" destId="{C46E9D77-9F1E-40DC-952B-13B8E14AB389}" srcOrd="1" destOrd="0" presId="urn:microsoft.com/office/officeart/2008/layout/HalfCircleOrganizationChart"/>
    <dgm:cxn modelId="{E4B8D7D6-C884-44E2-BF7A-3DEEF12FAB17}" type="presOf" srcId="{34D23656-3683-4F34-A06E-2B2C9239B799}" destId="{73692D2C-D1EF-4DA3-B8F3-EC6B46788E4C}" srcOrd="0" destOrd="0" presId="urn:microsoft.com/office/officeart/2008/layout/HalfCircleOrganizationChart"/>
    <dgm:cxn modelId="{0DB322CC-6336-4A35-964D-BF1BC3A09BF2}" type="presOf" srcId="{BB9AE8AF-CCD1-41F0-905D-5F1D7D201AC1}" destId="{29EC488E-F955-4202-96F0-5AFBC964402E}" srcOrd="1" destOrd="0" presId="urn:microsoft.com/office/officeart/2008/layout/HalfCircleOrganizationChart"/>
    <dgm:cxn modelId="{D29E18F8-56F5-49C0-B3F7-7A26A857259D}" srcId="{477BEB8F-BD80-4CE7-89FD-808C86F18648}" destId="{7C98A1EF-3EFC-4117-ACD6-B8F8E952F8C2}" srcOrd="0" destOrd="0" parTransId="{E494DEFB-B250-4251-BE29-27A51013FDEC}" sibTransId="{5B44A11E-D501-4984-ABB7-DB5A977524E5}"/>
    <dgm:cxn modelId="{07830C71-F792-44E5-B0A6-10E820DF2CA0}" type="presOf" srcId="{9859EF83-2D6A-4154-A7CC-3C9E00B4A3F0}" destId="{E104942E-62BB-4DDC-8873-043C97286050}" srcOrd="0" destOrd="0" presId="urn:microsoft.com/office/officeart/2008/layout/HalfCircleOrganizationChart"/>
    <dgm:cxn modelId="{92F3B672-608A-476D-A33C-68EB39C1BF9D}" srcId="{E5EA5B90-61F9-49BD-882B-D9910F73134E}" destId="{FD053858-CA74-4BC6-A92A-BC03EC1279FE}" srcOrd="0" destOrd="0" parTransId="{760E065D-9C13-4771-9562-B9B33EE302ED}" sibTransId="{F0F77185-C37E-4C27-95C7-48365946BD61}"/>
    <dgm:cxn modelId="{8E9C47FC-56F3-44F0-815F-64E74A2D40F4}" type="presOf" srcId="{35B586F6-D25A-4838-A49A-1A0739CF4BE2}" destId="{7DEFC661-AD75-4237-8B45-5A66D30544EF}" srcOrd="1" destOrd="0" presId="urn:microsoft.com/office/officeart/2008/layout/HalfCircleOrganizationChart"/>
    <dgm:cxn modelId="{04107C59-3B8F-422A-BDBE-5CC987C13903}" type="presOf" srcId="{35B586F6-D25A-4838-A49A-1A0739CF4BE2}" destId="{4067142D-2E8B-4460-A301-CA191181B696}" srcOrd="0" destOrd="0" presId="urn:microsoft.com/office/officeart/2008/layout/HalfCircleOrganizationChart"/>
    <dgm:cxn modelId="{60924226-9DA4-4B4C-A33F-88210F5FE65E}" type="presOf" srcId="{C46AC2E8-8E0A-4779-85AD-3739063FF96F}" destId="{44110F96-4336-4BFD-A8E0-F3530AAB8EA0}" srcOrd="0" destOrd="0" presId="urn:microsoft.com/office/officeart/2008/layout/HalfCircleOrganizationChart"/>
    <dgm:cxn modelId="{299878AE-8371-4244-B21C-68793B1B2413}" type="presOf" srcId="{E5EA5B90-61F9-49BD-882B-D9910F73134E}" destId="{9CB8D6FA-2BD6-4E8D-9D5E-76D4E645B7EB}" srcOrd="0" destOrd="0" presId="urn:microsoft.com/office/officeart/2008/layout/HalfCircleOrganizationChart"/>
    <dgm:cxn modelId="{7FB078C6-6224-455F-B436-867C9196AA1E}" srcId="{EC96AD3A-732D-4180-8B0B-30F4C2CDE5C8}" destId="{E5EA5B90-61F9-49BD-882B-D9910F73134E}" srcOrd="0" destOrd="0" parTransId="{34D23656-3683-4F34-A06E-2B2C9239B799}" sibTransId="{9ED120F6-1F68-47AD-92AF-405FF9F2C1A9}"/>
    <dgm:cxn modelId="{FC5D2788-183B-4CC3-965D-5677B8DAE206}" type="presOf" srcId="{0EBA80FD-A7BF-4BEC-B823-808ECD968729}" destId="{8EB84D92-75ED-4DC5-B5B6-DBD9EE27C468}" srcOrd="0" destOrd="0" presId="urn:microsoft.com/office/officeart/2008/layout/HalfCircleOrganizationChart"/>
    <dgm:cxn modelId="{579F7493-8EE5-4016-AB99-5E12C6FAD457}" type="presOf" srcId="{D7425B20-FC4C-4960-B949-106E8C19AE9F}" destId="{5D084FBD-AF4E-48C2-9B99-C033A1E71C4A}" srcOrd="0" destOrd="0" presId="urn:microsoft.com/office/officeart/2008/layout/HalfCircleOrganizationChart"/>
    <dgm:cxn modelId="{B018DFF4-FD8C-48D4-8AF2-830A91D8FC7D}" type="presOf" srcId="{E5EA5B90-61F9-49BD-882B-D9910F73134E}" destId="{58F3FF72-664E-41E3-BC5C-2173D2892D5A}" srcOrd="1" destOrd="0" presId="urn:microsoft.com/office/officeart/2008/layout/HalfCircleOrganizationChart"/>
    <dgm:cxn modelId="{91172E80-1D17-45DC-BE5D-E460124585D7}" type="presOf" srcId="{BB9AE8AF-CCD1-41F0-905D-5F1D7D201AC1}" destId="{EC0943CC-0A58-4516-ABE4-B997BFB41188}" srcOrd="0" destOrd="0" presId="urn:microsoft.com/office/officeart/2008/layout/HalfCircleOrganizationChart"/>
    <dgm:cxn modelId="{E0DBFF09-6CB2-421B-8626-DE9C0F5E05D1}" type="presOf" srcId="{7C98A1EF-3EFC-4117-ACD6-B8F8E952F8C2}" destId="{6626628D-EA42-49A7-82DF-02705549B862}" srcOrd="1" destOrd="0" presId="urn:microsoft.com/office/officeart/2008/layout/HalfCircleOrganizationChart"/>
    <dgm:cxn modelId="{8880C599-A2BC-4A12-9894-82F6E4B039B3}" srcId="{E5EA5B90-61F9-49BD-882B-D9910F73134E}" destId="{2D0A2581-AD1E-4790-A705-0DBF8F13CAB8}" srcOrd="2" destOrd="0" parTransId="{83B7B7B2-10B9-45AC-B3BD-4E580ED77BFF}" sibTransId="{BAE00499-C786-4EC3-B2D3-4F115D19B2E5}"/>
    <dgm:cxn modelId="{57C41142-1D1C-4A61-96FE-56D4153D2328}" type="presOf" srcId="{50539D3E-B66D-4978-9800-41963B1F856A}" destId="{B3353243-16F7-409A-9048-401D429E13EC}" srcOrd="0" destOrd="0" presId="urn:microsoft.com/office/officeart/2008/layout/HalfCircleOrganizationChart"/>
    <dgm:cxn modelId="{F9C97E2F-9D59-4DAB-81A2-DA2D1F37FAA0}" srcId="{EC96AD3A-732D-4180-8B0B-30F4C2CDE5C8}" destId="{0EBA80FD-A7BF-4BEC-B823-808ECD968729}" srcOrd="1" destOrd="0" parTransId="{50539D3E-B66D-4978-9800-41963B1F856A}" sibTransId="{CCFEAD16-B51C-4A18-900A-F873C8DB8F90}"/>
    <dgm:cxn modelId="{AB379B56-6CE5-4FAA-B02D-44CE6BF89CF0}" type="presOf" srcId="{477BEB8F-BD80-4CE7-89FD-808C86F18648}" destId="{1B1A30FC-9BB5-43C4-A9B9-242A2E033310}" srcOrd="1" destOrd="0" presId="urn:microsoft.com/office/officeart/2008/layout/HalfCircleOrganizationChart"/>
    <dgm:cxn modelId="{BA76921B-B18E-40FC-B3B5-480ED03F5093}" type="presOf" srcId="{FD053858-CA74-4BC6-A92A-BC03EC1279FE}" destId="{AE74F993-BF2D-4CFD-A7C1-2DA25987B2A5}" srcOrd="1" destOrd="0" presId="urn:microsoft.com/office/officeart/2008/layout/HalfCircleOrganizationChart"/>
    <dgm:cxn modelId="{EC13ABEE-23FD-49ED-8B9F-018D344D13C5}" type="presOf" srcId="{3A29AE37-248B-47F2-970A-461500EF57A2}" destId="{87E65585-F02C-49D8-A538-75C17A1B6F06}" srcOrd="0" destOrd="0" presId="urn:microsoft.com/office/officeart/2008/layout/HalfCircleOrganizationChart"/>
    <dgm:cxn modelId="{90BF0882-31C5-4CA9-9327-628D1FDB8760}" type="presParOf" srcId="{E104942E-62BB-4DDC-8873-043C97286050}" destId="{B6DAA10C-8FBA-4B4A-A42B-3E989333D4EF}" srcOrd="0" destOrd="0" presId="urn:microsoft.com/office/officeart/2008/layout/HalfCircleOrganizationChart"/>
    <dgm:cxn modelId="{CC40F046-95A3-4DE8-B56F-C746BD7026B7}" type="presParOf" srcId="{B6DAA10C-8FBA-4B4A-A42B-3E989333D4EF}" destId="{ABA399D0-D148-4043-9253-D2738A71951A}" srcOrd="0" destOrd="0" presId="urn:microsoft.com/office/officeart/2008/layout/HalfCircleOrganizationChart"/>
    <dgm:cxn modelId="{834C3FDD-897B-4713-8DCB-B792FDB1FECC}" type="presParOf" srcId="{ABA399D0-D148-4043-9253-D2738A71951A}" destId="{0BF13F88-4263-424D-8094-189C52283FEF}" srcOrd="0" destOrd="0" presId="urn:microsoft.com/office/officeart/2008/layout/HalfCircleOrganizationChart"/>
    <dgm:cxn modelId="{293032C1-0308-48A1-8FA5-4B0A01F60CEE}" type="presParOf" srcId="{ABA399D0-D148-4043-9253-D2738A71951A}" destId="{6B76C91D-F200-47B0-9ED4-24A9D7CED166}" srcOrd="1" destOrd="0" presId="urn:microsoft.com/office/officeart/2008/layout/HalfCircleOrganizationChart"/>
    <dgm:cxn modelId="{D482F5C6-8319-40E2-91C9-1642DA31FE52}" type="presParOf" srcId="{ABA399D0-D148-4043-9253-D2738A71951A}" destId="{D62D704C-1BC9-40F8-A1E2-8462883D89E4}" srcOrd="2" destOrd="0" presId="urn:microsoft.com/office/officeart/2008/layout/HalfCircleOrganizationChart"/>
    <dgm:cxn modelId="{7D987B00-BCAC-4CB5-86E8-989B6C71D25C}" type="presParOf" srcId="{ABA399D0-D148-4043-9253-D2738A71951A}" destId="{B8584EFF-3761-47A1-B0B4-57DA5B896E95}" srcOrd="3" destOrd="0" presId="urn:microsoft.com/office/officeart/2008/layout/HalfCircleOrganizationChart"/>
    <dgm:cxn modelId="{15348289-EB5E-4D61-97C7-612DE1DFCA04}" type="presParOf" srcId="{B6DAA10C-8FBA-4B4A-A42B-3E989333D4EF}" destId="{4741BBE6-5440-43A5-BB3C-21F9EC5479CF}" srcOrd="1" destOrd="0" presId="urn:microsoft.com/office/officeart/2008/layout/HalfCircleOrganizationChart"/>
    <dgm:cxn modelId="{8D52E56E-2B10-4E02-97B0-F9D8321F10E2}" type="presParOf" srcId="{4741BBE6-5440-43A5-BB3C-21F9EC5479CF}" destId="{73692D2C-D1EF-4DA3-B8F3-EC6B46788E4C}" srcOrd="0" destOrd="0" presId="urn:microsoft.com/office/officeart/2008/layout/HalfCircleOrganizationChart"/>
    <dgm:cxn modelId="{645E8EE0-9BC9-4694-A923-9AB3C15DA179}" type="presParOf" srcId="{4741BBE6-5440-43A5-BB3C-21F9EC5479CF}" destId="{23D394B3-0612-464B-9693-4559979EF9F6}" srcOrd="1" destOrd="0" presId="urn:microsoft.com/office/officeart/2008/layout/HalfCircleOrganizationChart"/>
    <dgm:cxn modelId="{6F620537-CC38-465A-AA14-BCC0F37AE379}" type="presParOf" srcId="{23D394B3-0612-464B-9693-4559979EF9F6}" destId="{F8704EB0-DBBD-4F51-8E33-C186F7839360}" srcOrd="0" destOrd="0" presId="urn:microsoft.com/office/officeart/2008/layout/HalfCircleOrganizationChart"/>
    <dgm:cxn modelId="{FAFA432B-ED96-446B-B961-C0430E90A14E}" type="presParOf" srcId="{F8704EB0-DBBD-4F51-8E33-C186F7839360}" destId="{9CB8D6FA-2BD6-4E8D-9D5E-76D4E645B7EB}" srcOrd="0" destOrd="0" presId="urn:microsoft.com/office/officeart/2008/layout/HalfCircleOrganizationChart"/>
    <dgm:cxn modelId="{2D68C50E-0F5A-442A-8047-A3BA6194FF1C}" type="presParOf" srcId="{F8704EB0-DBBD-4F51-8E33-C186F7839360}" destId="{CA34D6FC-650D-4B83-89DD-74A4F8CD4BB0}" srcOrd="1" destOrd="0" presId="urn:microsoft.com/office/officeart/2008/layout/HalfCircleOrganizationChart"/>
    <dgm:cxn modelId="{33ECFD5E-7DF6-48DF-88B8-2AA9F39BBC87}" type="presParOf" srcId="{F8704EB0-DBBD-4F51-8E33-C186F7839360}" destId="{DD9D26F5-C617-4876-BF1E-AAE94ACEF354}" srcOrd="2" destOrd="0" presId="urn:microsoft.com/office/officeart/2008/layout/HalfCircleOrganizationChart"/>
    <dgm:cxn modelId="{72F9ED66-A913-4037-BD2C-16B38AFA33AE}" type="presParOf" srcId="{F8704EB0-DBBD-4F51-8E33-C186F7839360}" destId="{58F3FF72-664E-41E3-BC5C-2173D2892D5A}" srcOrd="3" destOrd="0" presId="urn:microsoft.com/office/officeart/2008/layout/HalfCircleOrganizationChart"/>
    <dgm:cxn modelId="{E4266109-9AB2-4E62-8259-5FB2D8E45FE3}" type="presParOf" srcId="{23D394B3-0612-464B-9693-4559979EF9F6}" destId="{69705BC7-E2D7-470C-85C9-37EA6BDAE23B}" srcOrd="1" destOrd="0" presId="urn:microsoft.com/office/officeart/2008/layout/HalfCircleOrganizationChart"/>
    <dgm:cxn modelId="{A37A91A9-E512-4108-98E8-22DC7986034E}" type="presParOf" srcId="{69705BC7-E2D7-470C-85C9-37EA6BDAE23B}" destId="{12D50842-4418-43A0-8E17-E23519F0F411}" srcOrd="0" destOrd="0" presId="urn:microsoft.com/office/officeart/2008/layout/HalfCircleOrganizationChart"/>
    <dgm:cxn modelId="{6F4B8BE1-797B-449A-A1C8-E6448782AD2A}" type="presParOf" srcId="{69705BC7-E2D7-470C-85C9-37EA6BDAE23B}" destId="{EF042040-B9F6-40FB-B97A-A2213BCA10E0}" srcOrd="1" destOrd="0" presId="urn:microsoft.com/office/officeart/2008/layout/HalfCircleOrganizationChart"/>
    <dgm:cxn modelId="{C60F6606-F8A6-46AF-A46F-D7C1A96779B3}" type="presParOf" srcId="{EF042040-B9F6-40FB-B97A-A2213BCA10E0}" destId="{445B492C-CCD6-4EB5-82B4-49347676A1FD}" srcOrd="0" destOrd="0" presId="urn:microsoft.com/office/officeart/2008/layout/HalfCircleOrganizationChart"/>
    <dgm:cxn modelId="{E896D5E4-3AAB-415F-B4C9-C6CCFC62CCA5}" type="presParOf" srcId="{445B492C-CCD6-4EB5-82B4-49347676A1FD}" destId="{CC6B48AE-0B04-4DD3-A970-9BFAF8B136CE}" srcOrd="0" destOrd="0" presId="urn:microsoft.com/office/officeart/2008/layout/HalfCircleOrganizationChart"/>
    <dgm:cxn modelId="{98577575-ED29-4EDA-9AD0-1E60CCF6D30C}" type="presParOf" srcId="{445B492C-CCD6-4EB5-82B4-49347676A1FD}" destId="{E5F64E39-42F7-4939-B11C-F64EC063C664}" srcOrd="1" destOrd="0" presId="urn:microsoft.com/office/officeart/2008/layout/HalfCircleOrganizationChart"/>
    <dgm:cxn modelId="{FE15554F-ED24-47DE-B590-EA7229248F79}" type="presParOf" srcId="{445B492C-CCD6-4EB5-82B4-49347676A1FD}" destId="{D9004BF8-AA9D-424A-828B-34699092D1FA}" srcOrd="2" destOrd="0" presId="urn:microsoft.com/office/officeart/2008/layout/HalfCircleOrganizationChart"/>
    <dgm:cxn modelId="{EDAB4C54-AFEE-4AC0-A2CC-0556B0C6C7A0}" type="presParOf" srcId="{445B492C-CCD6-4EB5-82B4-49347676A1FD}" destId="{AE74F993-BF2D-4CFD-A7C1-2DA25987B2A5}" srcOrd="3" destOrd="0" presId="urn:microsoft.com/office/officeart/2008/layout/HalfCircleOrganizationChart"/>
    <dgm:cxn modelId="{86ECC785-4D48-4BF4-A10D-A00A84463405}" type="presParOf" srcId="{EF042040-B9F6-40FB-B97A-A2213BCA10E0}" destId="{A7ECCE78-34B2-4587-AA6E-D3F7655341AD}" srcOrd="1" destOrd="0" presId="urn:microsoft.com/office/officeart/2008/layout/HalfCircleOrganizationChart"/>
    <dgm:cxn modelId="{8B8C6952-A3E6-419B-BCF3-3E933F07D72C}" type="presParOf" srcId="{EF042040-B9F6-40FB-B97A-A2213BCA10E0}" destId="{CF9DF724-8D58-4EEE-A31F-DE54DB58D907}" srcOrd="2" destOrd="0" presId="urn:microsoft.com/office/officeart/2008/layout/HalfCircleOrganizationChart"/>
    <dgm:cxn modelId="{8E42E478-61EA-4136-906D-EFA63F6D8D24}" type="presParOf" srcId="{69705BC7-E2D7-470C-85C9-37EA6BDAE23B}" destId="{87E65585-F02C-49D8-A538-75C17A1B6F06}" srcOrd="2" destOrd="0" presId="urn:microsoft.com/office/officeart/2008/layout/HalfCircleOrganizationChart"/>
    <dgm:cxn modelId="{C334BEFF-7862-45EE-BF92-3254CBE8394D}" type="presParOf" srcId="{69705BC7-E2D7-470C-85C9-37EA6BDAE23B}" destId="{29B1AA5C-366E-4BFF-AF8B-3AD08CD0CA8D}" srcOrd="3" destOrd="0" presId="urn:microsoft.com/office/officeart/2008/layout/HalfCircleOrganizationChart"/>
    <dgm:cxn modelId="{BB75BD6C-FF26-4ECF-8A6E-F8C810DA4775}" type="presParOf" srcId="{29B1AA5C-366E-4BFF-AF8B-3AD08CD0CA8D}" destId="{1082DC84-E5E5-4DCB-8019-1344641868C2}" srcOrd="0" destOrd="0" presId="urn:microsoft.com/office/officeart/2008/layout/HalfCircleOrganizationChart"/>
    <dgm:cxn modelId="{80299A20-B23E-4FE6-8BC8-421AEF281045}" type="presParOf" srcId="{1082DC84-E5E5-4DCB-8019-1344641868C2}" destId="{EC0943CC-0A58-4516-ABE4-B997BFB41188}" srcOrd="0" destOrd="0" presId="urn:microsoft.com/office/officeart/2008/layout/HalfCircleOrganizationChart"/>
    <dgm:cxn modelId="{659A87E3-FA44-469F-89EE-3E78904B8C96}" type="presParOf" srcId="{1082DC84-E5E5-4DCB-8019-1344641868C2}" destId="{88232D4E-3E8B-4559-BC2E-76F2CF23A327}" srcOrd="1" destOrd="0" presId="urn:microsoft.com/office/officeart/2008/layout/HalfCircleOrganizationChart"/>
    <dgm:cxn modelId="{CFCD3B9F-9465-403F-B572-433278C4BAD0}" type="presParOf" srcId="{1082DC84-E5E5-4DCB-8019-1344641868C2}" destId="{3D9674C6-0223-42E0-A8FA-7318BE7904AA}" srcOrd="2" destOrd="0" presId="urn:microsoft.com/office/officeart/2008/layout/HalfCircleOrganizationChart"/>
    <dgm:cxn modelId="{309A317B-9D26-4BF2-9C35-32D6E9230019}" type="presParOf" srcId="{1082DC84-E5E5-4DCB-8019-1344641868C2}" destId="{29EC488E-F955-4202-96F0-5AFBC964402E}" srcOrd="3" destOrd="0" presId="urn:microsoft.com/office/officeart/2008/layout/HalfCircleOrganizationChart"/>
    <dgm:cxn modelId="{B425F284-26AC-47F9-B337-591B317FA130}" type="presParOf" srcId="{29B1AA5C-366E-4BFF-AF8B-3AD08CD0CA8D}" destId="{4D42DFE2-E3D0-4F08-AC6B-20C097B9BB8E}" srcOrd="1" destOrd="0" presId="urn:microsoft.com/office/officeart/2008/layout/HalfCircleOrganizationChart"/>
    <dgm:cxn modelId="{7A7A25EF-9EE7-4CA9-8CA0-4E58715A7EC2}" type="presParOf" srcId="{29B1AA5C-366E-4BFF-AF8B-3AD08CD0CA8D}" destId="{F57EA00E-BE16-4969-B6AA-9A8E2B9FFB0F}" srcOrd="2" destOrd="0" presId="urn:microsoft.com/office/officeart/2008/layout/HalfCircleOrganizationChart"/>
    <dgm:cxn modelId="{EFA06824-1DED-429A-8934-A8F3063D05A7}" type="presParOf" srcId="{69705BC7-E2D7-470C-85C9-37EA6BDAE23B}" destId="{C375BA48-A342-4554-AF87-1A3859EE1C6E}" srcOrd="4" destOrd="0" presId="urn:microsoft.com/office/officeart/2008/layout/HalfCircleOrganizationChart"/>
    <dgm:cxn modelId="{827DABB1-0306-4E86-85FD-8C59C87CA616}" type="presParOf" srcId="{69705BC7-E2D7-470C-85C9-37EA6BDAE23B}" destId="{85D9E53C-512C-4487-8637-8594D4660005}" srcOrd="5" destOrd="0" presId="urn:microsoft.com/office/officeart/2008/layout/HalfCircleOrganizationChart"/>
    <dgm:cxn modelId="{8FA4EB7B-6A39-482E-BEB7-B111A4FE6E5D}" type="presParOf" srcId="{85D9E53C-512C-4487-8637-8594D4660005}" destId="{16039AC0-634F-4FB7-B436-B81CA93025C7}" srcOrd="0" destOrd="0" presId="urn:microsoft.com/office/officeart/2008/layout/HalfCircleOrganizationChart"/>
    <dgm:cxn modelId="{D5534C4C-0886-42E6-833C-A04C8413559C}" type="presParOf" srcId="{16039AC0-634F-4FB7-B436-B81CA93025C7}" destId="{64AD52AC-C20A-4C48-8C06-500F07225450}" srcOrd="0" destOrd="0" presId="urn:microsoft.com/office/officeart/2008/layout/HalfCircleOrganizationChart"/>
    <dgm:cxn modelId="{572BA067-B3AA-4F88-AE90-B1281C003235}" type="presParOf" srcId="{16039AC0-634F-4FB7-B436-B81CA93025C7}" destId="{12BEFF1B-1D50-4210-8383-580AF571ACD2}" srcOrd="1" destOrd="0" presId="urn:microsoft.com/office/officeart/2008/layout/HalfCircleOrganizationChart"/>
    <dgm:cxn modelId="{02051E8E-0E71-4E09-8E08-DEEFAD3C7774}" type="presParOf" srcId="{16039AC0-634F-4FB7-B436-B81CA93025C7}" destId="{A3B810DC-0EB2-4936-A0E5-81F5A44C3646}" srcOrd="2" destOrd="0" presId="urn:microsoft.com/office/officeart/2008/layout/HalfCircleOrganizationChart"/>
    <dgm:cxn modelId="{5F8A2EC3-D789-44F2-8718-FB7E7A1EA3E0}" type="presParOf" srcId="{16039AC0-634F-4FB7-B436-B81CA93025C7}" destId="{1B4BCA1E-D054-4524-9C15-A28D9B3C6D82}" srcOrd="3" destOrd="0" presId="urn:microsoft.com/office/officeart/2008/layout/HalfCircleOrganizationChart"/>
    <dgm:cxn modelId="{69C90570-2577-4A57-A8CC-A27941115C5E}" type="presParOf" srcId="{85D9E53C-512C-4487-8637-8594D4660005}" destId="{1FB7A340-EDC5-4B82-B339-5E52E51D78C9}" srcOrd="1" destOrd="0" presId="urn:microsoft.com/office/officeart/2008/layout/HalfCircleOrganizationChart"/>
    <dgm:cxn modelId="{AD1C2C2E-91FD-40A6-9198-B510A79A0B5A}" type="presParOf" srcId="{85D9E53C-512C-4487-8637-8594D4660005}" destId="{E4025DF7-06C3-4ED1-8D3D-B8B079B73FC7}" srcOrd="2" destOrd="0" presId="urn:microsoft.com/office/officeart/2008/layout/HalfCircleOrganizationChart"/>
    <dgm:cxn modelId="{8B2D9D38-63EB-4C3C-9BEB-84E1434E9785}" type="presParOf" srcId="{23D394B3-0612-464B-9693-4559979EF9F6}" destId="{A07D7476-82BF-4979-9E36-AEF5CA2EA32F}" srcOrd="2" destOrd="0" presId="urn:microsoft.com/office/officeart/2008/layout/HalfCircleOrganizationChart"/>
    <dgm:cxn modelId="{C139F3E5-67E7-4045-B005-05BAB627FCD4}" type="presParOf" srcId="{4741BBE6-5440-43A5-BB3C-21F9EC5479CF}" destId="{B3353243-16F7-409A-9048-401D429E13EC}" srcOrd="2" destOrd="0" presId="urn:microsoft.com/office/officeart/2008/layout/HalfCircleOrganizationChart"/>
    <dgm:cxn modelId="{AD66F814-3897-443A-8AD3-29CC5D1AE750}" type="presParOf" srcId="{4741BBE6-5440-43A5-BB3C-21F9EC5479CF}" destId="{45E038AA-5881-4716-BC00-11B4EA6FC844}" srcOrd="3" destOrd="0" presId="urn:microsoft.com/office/officeart/2008/layout/HalfCircleOrganizationChart"/>
    <dgm:cxn modelId="{CC8ED7F1-6145-4082-AD2A-401004F7CA48}" type="presParOf" srcId="{45E038AA-5881-4716-BC00-11B4EA6FC844}" destId="{77846F8E-09B1-46CF-9F79-40885EFD262F}" srcOrd="0" destOrd="0" presId="urn:microsoft.com/office/officeart/2008/layout/HalfCircleOrganizationChart"/>
    <dgm:cxn modelId="{22D9DCE2-7421-494E-983B-618538560A11}" type="presParOf" srcId="{77846F8E-09B1-46CF-9F79-40885EFD262F}" destId="{8EB84D92-75ED-4DC5-B5B6-DBD9EE27C468}" srcOrd="0" destOrd="0" presId="urn:microsoft.com/office/officeart/2008/layout/HalfCircleOrganizationChart"/>
    <dgm:cxn modelId="{1FF9727C-0C6F-45A1-835F-8CA17E1F87E0}" type="presParOf" srcId="{77846F8E-09B1-46CF-9F79-40885EFD262F}" destId="{50DE54D0-1DAF-4FC9-A5CF-3CC0A0CAAB84}" srcOrd="1" destOrd="0" presId="urn:microsoft.com/office/officeart/2008/layout/HalfCircleOrganizationChart"/>
    <dgm:cxn modelId="{5070D091-2F45-42AE-BD0B-80149A69F6C4}" type="presParOf" srcId="{77846F8E-09B1-46CF-9F79-40885EFD262F}" destId="{8AED0BEA-9AEE-4445-B290-0141614F6C11}" srcOrd="2" destOrd="0" presId="urn:microsoft.com/office/officeart/2008/layout/HalfCircleOrganizationChart"/>
    <dgm:cxn modelId="{EBAEF63F-2C4C-4126-B89C-F148CF6B47B9}" type="presParOf" srcId="{77846F8E-09B1-46CF-9F79-40885EFD262F}" destId="{C46E9D77-9F1E-40DC-952B-13B8E14AB389}" srcOrd="3" destOrd="0" presId="urn:microsoft.com/office/officeart/2008/layout/HalfCircleOrganizationChart"/>
    <dgm:cxn modelId="{67E0DFBC-CCCC-4945-97FB-3DA921AC5D5C}" type="presParOf" srcId="{45E038AA-5881-4716-BC00-11B4EA6FC844}" destId="{CEC10D32-5BE3-488E-83B1-4113FC179E0E}" srcOrd="1" destOrd="0" presId="urn:microsoft.com/office/officeart/2008/layout/HalfCircleOrganizationChart"/>
    <dgm:cxn modelId="{9C3FCE4B-D1F0-4B99-B4EE-55C14B26AAA4}" type="presParOf" srcId="{CEC10D32-5BE3-488E-83B1-4113FC179E0E}" destId="{2032C5D1-BFFA-44F6-BDA3-9858B045AA36}" srcOrd="0" destOrd="0" presId="urn:microsoft.com/office/officeart/2008/layout/HalfCircleOrganizationChart"/>
    <dgm:cxn modelId="{E5B96B8F-CF0E-40E6-8058-9C148D02ECF4}" type="presParOf" srcId="{CEC10D32-5BE3-488E-83B1-4113FC179E0E}" destId="{258B5A69-12D9-4074-921B-CDA0576BD176}" srcOrd="1" destOrd="0" presId="urn:microsoft.com/office/officeart/2008/layout/HalfCircleOrganizationChart"/>
    <dgm:cxn modelId="{D8310584-F098-4E48-992A-0D2726851F03}" type="presParOf" srcId="{258B5A69-12D9-4074-921B-CDA0576BD176}" destId="{CBC88A51-A824-4B9B-85D0-9E1E7F499C15}" srcOrd="0" destOrd="0" presId="urn:microsoft.com/office/officeart/2008/layout/HalfCircleOrganizationChart"/>
    <dgm:cxn modelId="{034D5C8F-0887-4EDE-8D8B-2041BA58E83B}" type="presParOf" srcId="{CBC88A51-A824-4B9B-85D0-9E1E7F499C15}" destId="{FFC589A0-C246-4A0B-838A-1269FC4E7371}" srcOrd="0" destOrd="0" presId="urn:microsoft.com/office/officeart/2008/layout/HalfCircleOrganizationChart"/>
    <dgm:cxn modelId="{661D70DC-FA3B-435A-9117-48E949FBB2FF}" type="presParOf" srcId="{CBC88A51-A824-4B9B-85D0-9E1E7F499C15}" destId="{35499D7F-39C3-4CC4-8A0D-87FAA56B3DA8}" srcOrd="1" destOrd="0" presId="urn:microsoft.com/office/officeart/2008/layout/HalfCircleOrganizationChart"/>
    <dgm:cxn modelId="{6D7121FF-444B-4EBC-8237-66D678CA4C42}" type="presParOf" srcId="{CBC88A51-A824-4B9B-85D0-9E1E7F499C15}" destId="{21AF5F86-F903-450B-A9DE-35F11B368330}" srcOrd="2" destOrd="0" presId="urn:microsoft.com/office/officeart/2008/layout/HalfCircleOrganizationChart"/>
    <dgm:cxn modelId="{25AEE5BF-690E-44C4-91D6-2D16334ADC4C}" type="presParOf" srcId="{CBC88A51-A824-4B9B-85D0-9E1E7F499C15}" destId="{1B1A30FC-9BB5-43C4-A9B9-242A2E033310}" srcOrd="3" destOrd="0" presId="urn:microsoft.com/office/officeart/2008/layout/HalfCircleOrganizationChart"/>
    <dgm:cxn modelId="{54F56466-75AF-4E8D-80BF-967A00C2462B}" type="presParOf" srcId="{258B5A69-12D9-4074-921B-CDA0576BD176}" destId="{1F7CA2CB-568D-412D-B578-D84D75419828}" srcOrd="1" destOrd="0" presId="urn:microsoft.com/office/officeart/2008/layout/HalfCircleOrganizationChart"/>
    <dgm:cxn modelId="{82BEEFBA-4302-4FF5-AAE9-AC2A5902D31F}" type="presParOf" srcId="{1F7CA2CB-568D-412D-B578-D84D75419828}" destId="{5C741DD4-9B13-4A5D-8863-97703CD6CBF1}" srcOrd="0" destOrd="0" presId="urn:microsoft.com/office/officeart/2008/layout/HalfCircleOrganizationChart"/>
    <dgm:cxn modelId="{B8798528-6411-4A0A-BC28-850306D3CBED}" type="presParOf" srcId="{1F7CA2CB-568D-412D-B578-D84D75419828}" destId="{898D54A8-DFBC-46DF-810B-C4219822C6C5}" srcOrd="1" destOrd="0" presId="urn:microsoft.com/office/officeart/2008/layout/HalfCircleOrganizationChart"/>
    <dgm:cxn modelId="{488FEA00-9B60-47CD-B4B8-CF34BC2E3A66}" type="presParOf" srcId="{898D54A8-DFBC-46DF-810B-C4219822C6C5}" destId="{0196FCAC-A26A-408F-A5A3-BD55AB9E8456}" srcOrd="0" destOrd="0" presId="urn:microsoft.com/office/officeart/2008/layout/HalfCircleOrganizationChart"/>
    <dgm:cxn modelId="{3B9C7196-C367-4092-89CE-287C147643E3}" type="presParOf" srcId="{0196FCAC-A26A-408F-A5A3-BD55AB9E8456}" destId="{668643A2-B838-4884-95BF-03D69942FE16}" srcOrd="0" destOrd="0" presId="urn:microsoft.com/office/officeart/2008/layout/HalfCircleOrganizationChart"/>
    <dgm:cxn modelId="{E6CF5B6A-764A-4B09-AD8A-70177E03C070}" type="presParOf" srcId="{0196FCAC-A26A-408F-A5A3-BD55AB9E8456}" destId="{68CDD562-CF2A-44D8-9134-DE9398D5F618}" srcOrd="1" destOrd="0" presId="urn:microsoft.com/office/officeart/2008/layout/HalfCircleOrganizationChart"/>
    <dgm:cxn modelId="{4EBA2FBB-A1BB-4D9B-8521-D422DF5FD7A2}" type="presParOf" srcId="{0196FCAC-A26A-408F-A5A3-BD55AB9E8456}" destId="{FF4293B4-7E7D-4E5D-8B6D-9524D8B971B4}" srcOrd="2" destOrd="0" presId="urn:microsoft.com/office/officeart/2008/layout/HalfCircleOrganizationChart"/>
    <dgm:cxn modelId="{78972EB8-A259-417A-B379-30E669534969}" type="presParOf" srcId="{0196FCAC-A26A-408F-A5A3-BD55AB9E8456}" destId="{6626628D-EA42-49A7-82DF-02705549B862}" srcOrd="3" destOrd="0" presId="urn:microsoft.com/office/officeart/2008/layout/HalfCircleOrganizationChart"/>
    <dgm:cxn modelId="{2C467BC6-FEE7-4B4A-8370-48D87745E7D0}" type="presParOf" srcId="{898D54A8-DFBC-46DF-810B-C4219822C6C5}" destId="{F8E106CE-C394-44C5-A523-8A7DD94FF1D8}" srcOrd="1" destOrd="0" presId="urn:microsoft.com/office/officeart/2008/layout/HalfCircleOrganizationChart"/>
    <dgm:cxn modelId="{6956686D-2AD3-4677-AD55-480F721523F2}" type="presParOf" srcId="{898D54A8-DFBC-46DF-810B-C4219822C6C5}" destId="{AE50C26A-BD04-43D0-8E14-7B7FE0EEF427}" srcOrd="2" destOrd="0" presId="urn:microsoft.com/office/officeart/2008/layout/HalfCircleOrganizationChart"/>
    <dgm:cxn modelId="{AC9338DB-DA6B-4BD2-9B8D-A525CC7F68B0}" type="presParOf" srcId="{1F7CA2CB-568D-412D-B578-D84D75419828}" destId="{44110F96-4336-4BFD-A8E0-F3530AAB8EA0}" srcOrd="2" destOrd="0" presId="urn:microsoft.com/office/officeart/2008/layout/HalfCircleOrganizationChart"/>
    <dgm:cxn modelId="{8AFA06C6-A73C-49C5-A89C-3B4050B62EBE}" type="presParOf" srcId="{1F7CA2CB-568D-412D-B578-D84D75419828}" destId="{ACC1CDB8-45E0-40FA-9D30-D602100570AA}" srcOrd="3" destOrd="0" presId="urn:microsoft.com/office/officeart/2008/layout/HalfCircleOrganizationChart"/>
    <dgm:cxn modelId="{224AE7A8-03BC-4164-A469-123F2C9CE54B}" type="presParOf" srcId="{ACC1CDB8-45E0-40FA-9D30-D602100570AA}" destId="{2A0D8179-87B5-438E-9A6C-45765D4ACFB4}" srcOrd="0" destOrd="0" presId="urn:microsoft.com/office/officeart/2008/layout/HalfCircleOrganizationChart"/>
    <dgm:cxn modelId="{4B54D553-88DE-4C7E-97E6-8DF613DAF914}" type="presParOf" srcId="{2A0D8179-87B5-438E-9A6C-45765D4ACFB4}" destId="{5D084FBD-AF4E-48C2-9B99-C033A1E71C4A}" srcOrd="0" destOrd="0" presId="urn:microsoft.com/office/officeart/2008/layout/HalfCircleOrganizationChart"/>
    <dgm:cxn modelId="{6ADE456B-6399-4005-809F-BF6C2B733150}" type="presParOf" srcId="{2A0D8179-87B5-438E-9A6C-45765D4ACFB4}" destId="{508D483A-196C-467A-A8EF-3DB8BAE635ED}" srcOrd="1" destOrd="0" presId="urn:microsoft.com/office/officeart/2008/layout/HalfCircleOrganizationChart"/>
    <dgm:cxn modelId="{0ECB34D4-F6EC-455B-9DAD-F8A3C7FD2B4E}" type="presParOf" srcId="{2A0D8179-87B5-438E-9A6C-45765D4ACFB4}" destId="{F00C53DB-A2C0-4DD3-ADA0-19A8A5463A84}" srcOrd="2" destOrd="0" presId="urn:microsoft.com/office/officeart/2008/layout/HalfCircleOrganizationChart"/>
    <dgm:cxn modelId="{4F1608EE-E5CB-4BB6-8A26-617677606357}" type="presParOf" srcId="{2A0D8179-87B5-438E-9A6C-45765D4ACFB4}" destId="{BFD4C9B0-889E-4150-BFC3-19C9B621322B}" srcOrd="3" destOrd="0" presId="urn:microsoft.com/office/officeart/2008/layout/HalfCircleOrganizationChart"/>
    <dgm:cxn modelId="{FB502170-FFF5-4361-BEB2-4C4B45C7DDEB}" type="presParOf" srcId="{ACC1CDB8-45E0-40FA-9D30-D602100570AA}" destId="{8A8BE0AC-D1E0-4781-9F24-235D6B6C06E9}" srcOrd="1" destOrd="0" presId="urn:microsoft.com/office/officeart/2008/layout/HalfCircleOrganizationChart"/>
    <dgm:cxn modelId="{017797F4-88FB-46C9-9F11-7033D7C0505E}" type="presParOf" srcId="{ACC1CDB8-45E0-40FA-9D30-D602100570AA}" destId="{56CEA329-DD9A-4C10-A906-B8104EDA04AA}" srcOrd="2" destOrd="0" presId="urn:microsoft.com/office/officeart/2008/layout/HalfCircleOrganizationChart"/>
    <dgm:cxn modelId="{F1FF2269-73EB-41EE-AD1F-055193CCA57D}" type="presParOf" srcId="{258B5A69-12D9-4074-921B-CDA0576BD176}" destId="{33B51C04-2DBE-4F20-8723-B8DA60E2A90F}" srcOrd="2" destOrd="0" presId="urn:microsoft.com/office/officeart/2008/layout/HalfCircleOrganizationChart"/>
    <dgm:cxn modelId="{5C72628D-1634-4CE3-835F-CD11E8894F59}" type="presParOf" srcId="{CEC10D32-5BE3-488E-83B1-4113FC179E0E}" destId="{F0EC3296-369F-4FF0-90E2-DFC84DAB48E0}" srcOrd="2" destOrd="0" presId="urn:microsoft.com/office/officeart/2008/layout/HalfCircleOrganizationChart"/>
    <dgm:cxn modelId="{848E1902-7B37-4367-A5FE-0B36B825A84F}" type="presParOf" srcId="{CEC10D32-5BE3-488E-83B1-4113FC179E0E}" destId="{4A00B746-E843-496B-B241-6D14AABA761E}" srcOrd="3" destOrd="0" presId="urn:microsoft.com/office/officeart/2008/layout/HalfCircleOrganizationChart"/>
    <dgm:cxn modelId="{EFE3607F-58CC-4244-8AF1-D866A4E92C68}" type="presParOf" srcId="{4A00B746-E843-496B-B241-6D14AABA761E}" destId="{B62AAD6B-00BB-49C0-98EF-311EFEBCCAB0}" srcOrd="0" destOrd="0" presId="urn:microsoft.com/office/officeart/2008/layout/HalfCircleOrganizationChart"/>
    <dgm:cxn modelId="{E60AAC9A-ABDC-42C1-BA12-6B8E089E63EA}" type="presParOf" srcId="{B62AAD6B-00BB-49C0-98EF-311EFEBCCAB0}" destId="{4067142D-2E8B-4460-A301-CA191181B696}" srcOrd="0" destOrd="0" presId="urn:microsoft.com/office/officeart/2008/layout/HalfCircleOrganizationChart"/>
    <dgm:cxn modelId="{F28279C5-4833-4DC9-9C56-972310689899}" type="presParOf" srcId="{B62AAD6B-00BB-49C0-98EF-311EFEBCCAB0}" destId="{0B3F7906-4290-43C5-A553-B060C7FC3217}" srcOrd="1" destOrd="0" presId="urn:microsoft.com/office/officeart/2008/layout/HalfCircleOrganizationChart"/>
    <dgm:cxn modelId="{3F3C25D6-9547-481C-B1BE-8F8FF70A57AD}" type="presParOf" srcId="{B62AAD6B-00BB-49C0-98EF-311EFEBCCAB0}" destId="{16DAC4D2-FA80-4063-AC8B-2A695AE31518}" srcOrd="2" destOrd="0" presId="urn:microsoft.com/office/officeart/2008/layout/HalfCircleOrganizationChart"/>
    <dgm:cxn modelId="{E3D097B0-DA80-4FE5-B80A-CAA0A0A1BE30}" type="presParOf" srcId="{B62AAD6B-00BB-49C0-98EF-311EFEBCCAB0}" destId="{7DEFC661-AD75-4237-8B45-5A66D30544EF}" srcOrd="3" destOrd="0" presId="urn:microsoft.com/office/officeart/2008/layout/HalfCircleOrganizationChart"/>
    <dgm:cxn modelId="{4E70CC53-F983-4FD1-A757-26FF99515FCB}" type="presParOf" srcId="{4A00B746-E843-496B-B241-6D14AABA761E}" destId="{4DEF6B7B-29F3-4B6B-9779-EDDF0426F00E}" srcOrd="1" destOrd="0" presId="urn:microsoft.com/office/officeart/2008/layout/HalfCircleOrganizationChart"/>
    <dgm:cxn modelId="{E5341588-4D3C-4B00-BAD3-73EB3351910C}" type="presParOf" srcId="{4A00B746-E843-496B-B241-6D14AABA761E}" destId="{CEDDA460-8A02-4F31-82B5-D11992A6EF1E}" srcOrd="2" destOrd="0" presId="urn:microsoft.com/office/officeart/2008/layout/HalfCircleOrganizationChart"/>
    <dgm:cxn modelId="{2584DDE9-2878-4748-8440-9054855B359C}" type="presParOf" srcId="{45E038AA-5881-4716-BC00-11B4EA6FC844}" destId="{EF6C0C62-3232-4545-A9FC-6E9F4A0C1D73}" srcOrd="2" destOrd="0" presId="urn:microsoft.com/office/officeart/2008/layout/HalfCircleOrganizationChart"/>
    <dgm:cxn modelId="{FCF1DED0-F3AD-421E-B96E-51279C3A45EB}" type="presParOf" srcId="{B6DAA10C-8FBA-4B4A-A42B-3E989333D4EF}" destId="{CE2D0B1F-E151-403C-BFA2-28CBDC62DCB0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C3296-369F-4FF0-90E2-DFC84DAB48E0}">
      <dsp:nvSpPr>
        <dsp:cNvPr id="0" name=""/>
        <dsp:cNvSpPr/>
      </dsp:nvSpPr>
      <dsp:spPr>
        <a:xfrm>
          <a:off x="7372647" y="2235028"/>
          <a:ext cx="1117227" cy="3877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898"/>
              </a:lnTo>
              <a:lnTo>
                <a:pt x="1117227" y="193898"/>
              </a:lnTo>
              <a:lnTo>
                <a:pt x="1117227" y="38779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110F96-4336-4BFD-A8E0-F3530AAB8EA0}">
      <dsp:nvSpPr>
        <dsp:cNvPr id="0" name=""/>
        <dsp:cNvSpPr/>
      </dsp:nvSpPr>
      <dsp:spPr>
        <a:xfrm>
          <a:off x="6255420" y="3546154"/>
          <a:ext cx="849462" cy="1865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5123"/>
              </a:lnTo>
              <a:lnTo>
                <a:pt x="849462" y="18651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741DD4-9B13-4A5D-8863-97703CD6CBF1}">
      <dsp:nvSpPr>
        <dsp:cNvPr id="0" name=""/>
        <dsp:cNvSpPr/>
      </dsp:nvSpPr>
      <dsp:spPr>
        <a:xfrm>
          <a:off x="6255420" y="3546154"/>
          <a:ext cx="849462" cy="5539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997"/>
              </a:lnTo>
              <a:lnTo>
                <a:pt x="849462" y="55399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2C5D1-BFFA-44F6-BDA3-9858B045AA36}">
      <dsp:nvSpPr>
        <dsp:cNvPr id="0" name=""/>
        <dsp:cNvSpPr/>
      </dsp:nvSpPr>
      <dsp:spPr>
        <a:xfrm>
          <a:off x="6255420" y="2235028"/>
          <a:ext cx="1117227" cy="387797"/>
        </a:xfrm>
        <a:custGeom>
          <a:avLst/>
          <a:gdLst/>
          <a:ahLst/>
          <a:cxnLst/>
          <a:rect l="0" t="0" r="0" b="0"/>
          <a:pathLst>
            <a:path>
              <a:moveTo>
                <a:pt x="1117227" y="0"/>
              </a:moveTo>
              <a:lnTo>
                <a:pt x="1117227" y="193898"/>
              </a:lnTo>
              <a:lnTo>
                <a:pt x="0" y="193898"/>
              </a:lnTo>
              <a:lnTo>
                <a:pt x="0" y="38779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353243-16F7-409A-9048-401D429E13EC}">
      <dsp:nvSpPr>
        <dsp:cNvPr id="0" name=""/>
        <dsp:cNvSpPr/>
      </dsp:nvSpPr>
      <dsp:spPr>
        <a:xfrm>
          <a:off x="5096643" y="923902"/>
          <a:ext cx="2276004" cy="3877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898"/>
              </a:lnTo>
              <a:lnTo>
                <a:pt x="2276004" y="193898"/>
              </a:lnTo>
              <a:lnTo>
                <a:pt x="2276004" y="3877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75BA48-A342-4554-AF87-1A3859EE1C6E}">
      <dsp:nvSpPr>
        <dsp:cNvPr id="0" name=""/>
        <dsp:cNvSpPr/>
      </dsp:nvSpPr>
      <dsp:spPr>
        <a:xfrm>
          <a:off x="2820638" y="2235028"/>
          <a:ext cx="849462" cy="3176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6249"/>
              </a:lnTo>
              <a:lnTo>
                <a:pt x="849462" y="317624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E65585-F02C-49D8-A538-75C17A1B6F06}">
      <dsp:nvSpPr>
        <dsp:cNvPr id="0" name=""/>
        <dsp:cNvSpPr/>
      </dsp:nvSpPr>
      <dsp:spPr>
        <a:xfrm>
          <a:off x="2820638" y="2235028"/>
          <a:ext cx="849462" cy="1865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5123"/>
              </a:lnTo>
              <a:lnTo>
                <a:pt x="849462" y="18651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50842-4418-43A0-8E17-E23519F0F411}">
      <dsp:nvSpPr>
        <dsp:cNvPr id="0" name=""/>
        <dsp:cNvSpPr/>
      </dsp:nvSpPr>
      <dsp:spPr>
        <a:xfrm>
          <a:off x="2820638" y="2235028"/>
          <a:ext cx="849462" cy="5539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997"/>
              </a:lnTo>
              <a:lnTo>
                <a:pt x="849462" y="55399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692D2C-D1EF-4DA3-B8F3-EC6B46788E4C}">
      <dsp:nvSpPr>
        <dsp:cNvPr id="0" name=""/>
        <dsp:cNvSpPr/>
      </dsp:nvSpPr>
      <dsp:spPr>
        <a:xfrm>
          <a:off x="2820638" y="923902"/>
          <a:ext cx="2276004" cy="387797"/>
        </a:xfrm>
        <a:custGeom>
          <a:avLst/>
          <a:gdLst/>
          <a:ahLst/>
          <a:cxnLst/>
          <a:rect l="0" t="0" r="0" b="0"/>
          <a:pathLst>
            <a:path>
              <a:moveTo>
                <a:pt x="2276004" y="0"/>
              </a:moveTo>
              <a:lnTo>
                <a:pt x="2276004" y="193898"/>
              </a:lnTo>
              <a:lnTo>
                <a:pt x="0" y="193898"/>
              </a:lnTo>
              <a:lnTo>
                <a:pt x="0" y="3877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76C91D-F200-47B0-9ED4-24A9D7CED166}">
      <dsp:nvSpPr>
        <dsp:cNvPr id="0" name=""/>
        <dsp:cNvSpPr/>
      </dsp:nvSpPr>
      <dsp:spPr>
        <a:xfrm>
          <a:off x="4634979" y="573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2D704C-1BC9-40F8-A1E2-8462883D89E4}">
      <dsp:nvSpPr>
        <dsp:cNvPr id="0" name=""/>
        <dsp:cNvSpPr/>
      </dsp:nvSpPr>
      <dsp:spPr>
        <a:xfrm>
          <a:off x="4634979" y="573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F13F88-4263-424D-8094-189C52283FEF}">
      <dsp:nvSpPr>
        <dsp:cNvPr id="0" name=""/>
        <dsp:cNvSpPr/>
      </dsp:nvSpPr>
      <dsp:spPr>
        <a:xfrm>
          <a:off x="4173314" y="166772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b="1" kern="1200" dirty="0" smtClean="0"/>
            <a:t>Enfoque Cuantitativo</a:t>
          </a:r>
          <a:endParaRPr lang="es-GT" sz="2000" b="1" kern="1200" dirty="0"/>
        </a:p>
      </dsp:txBody>
      <dsp:txXfrm>
        <a:off x="4173314" y="166772"/>
        <a:ext cx="1846656" cy="590930"/>
      </dsp:txXfrm>
    </dsp:sp>
    <dsp:sp modelId="{CA34D6FC-650D-4B83-89DD-74A4F8CD4BB0}">
      <dsp:nvSpPr>
        <dsp:cNvPr id="0" name=""/>
        <dsp:cNvSpPr/>
      </dsp:nvSpPr>
      <dsp:spPr>
        <a:xfrm>
          <a:off x="2358974" y="1311699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9D26F5-C617-4876-BF1E-AAE94ACEF354}">
      <dsp:nvSpPr>
        <dsp:cNvPr id="0" name=""/>
        <dsp:cNvSpPr/>
      </dsp:nvSpPr>
      <dsp:spPr>
        <a:xfrm>
          <a:off x="2358974" y="1311699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B8D6FA-2BD6-4E8D-9D5E-76D4E645B7EB}">
      <dsp:nvSpPr>
        <dsp:cNvPr id="0" name=""/>
        <dsp:cNvSpPr/>
      </dsp:nvSpPr>
      <dsp:spPr>
        <a:xfrm>
          <a:off x="1897310" y="1477899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kern="1200" dirty="0" smtClean="0"/>
            <a:t>Investigación Experimental</a:t>
          </a:r>
          <a:endParaRPr lang="es-GT" sz="2000" kern="1200" dirty="0"/>
        </a:p>
      </dsp:txBody>
      <dsp:txXfrm>
        <a:off x="1897310" y="1477899"/>
        <a:ext cx="1846656" cy="590930"/>
      </dsp:txXfrm>
    </dsp:sp>
    <dsp:sp modelId="{E5F64E39-42F7-4939-B11C-F64EC063C664}">
      <dsp:nvSpPr>
        <dsp:cNvPr id="0" name=""/>
        <dsp:cNvSpPr/>
      </dsp:nvSpPr>
      <dsp:spPr>
        <a:xfrm>
          <a:off x="3559301" y="2622826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004BF8-AA9D-424A-828B-34699092D1FA}">
      <dsp:nvSpPr>
        <dsp:cNvPr id="0" name=""/>
        <dsp:cNvSpPr/>
      </dsp:nvSpPr>
      <dsp:spPr>
        <a:xfrm>
          <a:off x="3559301" y="2622826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6B48AE-0B04-4DD3-A970-9BFAF8B136CE}">
      <dsp:nvSpPr>
        <dsp:cNvPr id="0" name=""/>
        <dsp:cNvSpPr/>
      </dsp:nvSpPr>
      <dsp:spPr>
        <a:xfrm>
          <a:off x="3097637" y="2789025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kern="1200" dirty="0" smtClean="0"/>
            <a:t>Pre Experimental</a:t>
          </a:r>
          <a:endParaRPr lang="es-GT" sz="2000" kern="1200" dirty="0"/>
        </a:p>
      </dsp:txBody>
      <dsp:txXfrm>
        <a:off x="3097637" y="2789025"/>
        <a:ext cx="1846656" cy="590930"/>
      </dsp:txXfrm>
    </dsp:sp>
    <dsp:sp modelId="{88232D4E-3E8B-4559-BC2E-76F2CF23A327}">
      <dsp:nvSpPr>
        <dsp:cNvPr id="0" name=""/>
        <dsp:cNvSpPr/>
      </dsp:nvSpPr>
      <dsp:spPr>
        <a:xfrm>
          <a:off x="3559301" y="3933952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9674C6-0223-42E0-A8FA-7318BE7904AA}">
      <dsp:nvSpPr>
        <dsp:cNvPr id="0" name=""/>
        <dsp:cNvSpPr/>
      </dsp:nvSpPr>
      <dsp:spPr>
        <a:xfrm>
          <a:off x="3559301" y="3933952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0943CC-0A58-4516-ABE4-B997BFB41188}">
      <dsp:nvSpPr>
        <dsp:cNvPr id="0" name=""/>
        <dsp:cNvSpPr/>
      </dsp:nvSpPr>
      <dsp:spPr>
        <a:xfrm>
          <a:off x="3097637" y="4100151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kern="1200" dirty="0" smtClean="0"/>
            <a:t>Experimento Puro</a:t>
          </a:r>
          <a:endParaRPr lang="es-GT" sz="2000" kern="1200" dirty="0"/>
        </a:p>
      </dsp:txBody>
      <dsp:txXfrm>
        <a:off x="3097637" y="4100151"/>
        <a:ext cx="1846656" cy="590930"/>
      </dsp:txXfrm>
    </dsp:sp>
    <dsp:sp modelId="{12BEFF1B-1D50-4210-8383-580AF571ACD2}">
      <dsp:nvSpPr>
        <dsp:cNvPr id="0" name=""/>
        <dsp:cNvSpPr/>
      </dsp:nvSpPr>
      <dsp:spPr>
        <a:xfrm>
          <a:off x="3559301" y="5245078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B810DC-0EB2-4936-A0E5-81F5A44C3646}">
      <dsp:nvSpPr>
        <dsp:cNvPr id="0" name=""/>
        <dsp:cNvSpPr/>
      </dsp:nvSpPr>
      <dsp:spPr>
        <a:xfrm>
          <a:off x="3559301" y="5245078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AD52AC-C20A-4C48-8C06-500F07225450}">
      <dsp:nvSpPr>
        <dsp:cNvPr id="0" name=""/>
        <dsp:cNvSpPr/>
      </dsp:nvSpPr>
      <dsp:spPr>
        <a:xfrm>
          <a:off x="3097637" y="5411278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kern="1200" dirty="0" smtClean="0"/>
            <a:t>Cuasi Experimental</a:t>
          </a:r>
          <a:endParaRPr lang="es-GT" sz="2000" kern="1200" dirty="0"/>
        </a:p>
      </dsp:txBody>
      <dsp:txXfrm>
        <a:off x="3097637" y="5411278"/>
        <a:ext cx="1846656" cy="590930"/>
      </dsp:txXfrm>
    </dsp:sp>
    <dsp:sp modelId="{50DE54D0-1DAF-4FC9-A5CF-3CC0A0CAAB84}">
      <dsp:nvSpPr>
        <dsp:cNvPr id="0" name=""/>
        <dsp:cNvSpPr/>
      </dsp:nvSpPr>
      <dsp:spPr>
        <a:xfrm>
          <a:off x="6910983" y="1311699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ED0BEA-9AEE-4445-B290-0141614F6C11}">
      <dsp:nvSpPr>
        <dsp:cNvPr id="0" name=""/>
        <dsp:cNvSpPr/>
      </dsp:nvSpPr>
      <dsp:spPr>
        <a:xfrm>
          <a:off x="6910983" y="1311699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B84D92-75ED-4DC5-B5B6-DBD9EE27C468}">
      <dsp:nvSpPr>
        <dsp:cNvPr id="0" name=""/>
        <dsp:cNvSpPr/>
      </dsp:nvSpPr>
      <dsp:spPr>
        <a:xfrm>
          <a:off x="6449319" y="1477899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kern="1200" dirty="0" smtClean="0"/>
            <a:t>Investigación No Experimental</a:t>
          </a:r>
          <a:endParaRPr lang="es-GT" sz="2000" kern="1200" dirty="0"/>
        </a:p>
      </dsp:txBody>
      <dsp:txXfrm>
        <a:off x="6449319" y="1477899"/>
        <a:ext cx="1846656" cy="590930"/>
      </dsp:txXfrm>
    </dsp:sp>
    <dsp:sp modelId="{35499D7F-39C3-4CC4-8A0D-87FAA56B3DA8}">
      <dsp:nvSpPr>
        <dsp:cNvPr id="0" name=""/>
        <dsp:cNvSpPr/>
      </dsp:nvSpPr>
      <dsp:spPr>
        <a:xfrm>
          <a:off x="5793756" y="2622826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AF5F86-F903-450B-A9DE-35F11B368330}">
      <dsp:nvSpPr>
        <dsp:cNvPr id="0" name=""/>
        <dsp:cNvSpPr/>
      </dsp:nvSpPr>
      <dsp:spPr>
        <a:xfrm>
          <a:off x="5793756" y="2622826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C589A0-C246-4A0B-838A-1269FC4E7371}">
      <dsp:nvSpPr>
        <dsp:cNvPr id="0" name=""/>
        <dsp:cNvSpPr/>
      </dsp:nvSpPr>
      <dsp:spPr>
        <a:xfrm>
          <a:off x="5332092" y="2789025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kern="1200" dirty="0" smtClean="0"/>
            <a:t>Transversal</a:t>
          </a:r>
          <a:endParaRPr lang="es-GT" sz="2000" kern="1200" dirty="0"/>
        </a:p>
      </dsp:txBody>
      <dsp:txXfrm>
        <a:off x="5332092" y="2789025"/>
        <a:ext cx="1846656" cy="590930"/>
      </dsp:txXfrm>
    </dsp:sp>
    <dsp:sp modelId="{68CDD562-CF2A-44D8-9134-DE9398D5F618}">
      <dsp:nvSpPr>
        <dsp:cNvPr id="0" name=""/>
        <dsp:cNvSpPr/>
      </dsp:nvSpPr>
      <dsp:spPr>
        <a:xfrm>
          <a:off x="6994083" y="3933952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4293B4-7E7D-4E5D-8B6D-9524D8B971B4}">
      <dsp:nvSpPr>
        <dsp:cNvPr id="0" name=""/>
        <dsp:cNvSpPr/>
      </dsp:nvSpPr>
      <dsp:spPr>
        <a:xfrm>
          <a:off x="6994083" y="3933952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8643A2-B838-4884-95BF-03D69942FE16}">
      <dsp:nvSpPr>
        <dsp:cNvPr id="0" name=""/>
        <dsp:cNvSpPr/>
      </dsp:nvSpPr>
      <dsp:spPr>
        <a:xfrm>
          <a:off x="6532418" y="4100151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kern="1200" dirty="0" smtClean="0"/>
            <a:t>Descriptivo</a:t>
          </a:r>
          <a:endParaRPr lang="es-GT" sz="2000" kern="1200" dirty="0"/>
        </a:p>
      </dsp:txBody>
      <dsp:txXfrm>
        <a:off x="6532418" y="4100151"/>
        <a:ext cx="1846656" cy="590930"/>
      </dsp:txXfrm>
    </dsp:sp>
    <dsp:sp modelId="{508D483A-196C-467A-A8EF-3DB8BAE635ED}">
      <dsp:nvSpPr>
        <dsp:cNvPr id="0" name=""/>
        <dsp:cNvSpPr/>
      </dsp:nvSpPr>
      <dsp:spPr>
        <a:xfrm>
          <a:off x="6994083" y="5245078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0C53DB-A2C0-4DD3-ADA0-19A8A5463A84}">
      <dsp:nvSpPr>
        <dsp:cNvPr id="0" name=""/>
        <dsp:cNvSpPr/>
      </dsp:nvSpPr>
      <dsp:spPr>
        <a:xfrm>
          <a:off x="6994083" y="5245078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084FBD-AF4E-48C2-9B99-C033A1E71C4A}">
      <dsp:nvSpPr>
        <dsp:cNvPr id="0" name=""/>
        <dsp:cNvSpPr/>
      </dsp:nvSpPr>
      <dsp:spPr>
        <a:xfrm>
          <a:off x="6532418" y="5411278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kern="1200" dirty="0" smtClean="0"/>
            <a:t>Analítico</a:t>
          </a:r>
          <a:endParaRPr lang="es-GT" sz="2000" kern="1200" dirty="0"/>
        </a:p>
      </dsp:txBody>
      <dsp:txXfrm>
        <a:off x="6532418" y="5411278"/>
        <a:ext cx="1846656" cy="590930"/>
      </dsp:txXfrm>
    </dsp:sp>
    <dsp:sp modelId="{0B3F7906-4290-43C5-A553-B060C7FC3217}">
      <dsp:nvSpPr>
        <dsp:cNvPr id="0" name=""/>
        <dsp:cNvSpPr/>
      </dsp:nvSpPr>
      <dsp:spPr>
        <a:xfrm>
          <a:off x="8028210" y="2622826"/>
          <a:ext cx="923328" cy="92332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DAC4D2-FA80-4063-AC8B-2A695AE31518}">
      <dsp:nvSpPr>
        <dsp:cNvPr id="0" name=""/>
        <dsp:cNvSpPr/>
      </dsp:nvSpPr>
      <dsp:spPr>
        <a:xfrm>
          <a:off x="8028210" y="2622826"/>
          <a:ext cx="923328" cy="92332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67142D-2E8B-4460-A301-CA191181B696}">
      <dsp:nvSpPr>
        <dsp:cNvPr id="0" name=""/>
        <dsp:cNvSpPr/>
      </dsp:nvSpPr>
      <dsp:spPr>
        <a:xfrm>
          <a:off x="7566546" y="2789025"/>
          <a:ext cx="1846656" cy="5909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GT" sz="2000" kern="1200" dirty="0" smtClean="0"/>
            <a:t>Longitudinal</a:t>
          </a:r>
          <a:endParaRPr lang="es-GT" sz="2000" kern="1200" dirty="0"/>
        </a:p>
      </dsp:txBody>
      <dsp:txXfrm>
        <a:off x="7566546" y="2789025"/>
        <a:ext cx="1846656" cy="590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06716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86751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5640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5053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565740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59502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18877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8024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03106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56208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54754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D2E55-0305-4119-A5D1-ED4D639C71A8}" type="datetimeFigureOut">
              <a:rPr lang="es-GT" smtClean="0"/>
              <a:t>24/02/2020</a:t>
            </a:fld>
            <a:endParaRPr lang="es-GT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BDE2C-4DA3-4DCD-BB9F-749ED62103CA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950501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MbIIGsnJwo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0wOiLwJUgM7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3624" y="591670"/>
            <a:ext cx="9144000" cy="1022257"/>
          </a:xfrm>
        </p:spPr>
        <p:txBody>
          <a:bodyPr>
            <a:noAutofit/>
          </a:bodyPr>
          <a:lstStyle/>
          <a:p>
            <a:r>
              <a:rPr lang="es-GT" sz="7000" b="1" dirty="0" smtClean="0"/>
              <a:t>Marco Metodológico</a:t>
            </a:r>
            <a:endParaRPr lang="es-GT" sz="7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0965" y="1641101"/>
            <a:ext cx="10672482" cy="4022446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b="1" dirty="0" smtClean="0">
                <a:solidFill>
                  <a:srgbClr val="FF0000"/>
                </a:solidFill>
              </a:rPr>
              <a:t>Hipótesis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Variables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Indicadores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Supuestos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Métodos de Investigación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Estimación de recursos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Planificación </a:t>
            </a:r>
            <a:endParaRPr lang="es-GT" sz="3200" dirty="0"/>
          </a:p>
        </p:txBody>
      </p:sp>
    </p:spTree>
    <p:extLst>
      <p:ext uri="{BB962C8B-B14F-4D97-AF65-F5344CB8AC3E}">
        <p14:creationId xmlns:p14="http://schemas.microsoft.com/office/powerpoint/2010/main" val="1693430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54051" y="171781"/>
            <a:ext cx="9144000" cy="869794"/>
          </a:xfrm>
        </p:spPr>
        <p:txBody>
          <a:bodyPr>
            <a:normAutofit fontScale="90000"/>
          </a:bodyPr>
          <a:lstStyle/>
          <a:p>
            <a:r>
              <a:rPr lang="es-GT" sz="4800" b="1" dirty="0" smtClean="0"/>
              <a:t>¿Qué es una </a:t>
            </a:r>
            <a:r>
              <a:rPr lang="es-GT" b="1" dirty="0" smtClean="0"/>
              <a:t>Hipótesis?</a:t>
            </a:r>
            <a:endParaRPr lang="es-GT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16417" y="1095363"/>
            <a:ext cx="11419268" cy="5211307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2800" dirty="0" smtClean="0"/>
              <a:t>Indican lo que tratamos de probar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2800" dirty="0" smtClean="0"/>
              <a:t>Son explicaciones tentativas del fenómeno investigado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2800" dirty="0" smtClean="0"/>
              <a:t>Son respuestas provisionales a las preguntas de investigación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2800" dirty="0" smtClean="0"/>
              <a:t>No necesariamente son verdaderas, pueden o no serlo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s-GT" sz="2800" dirty="0"/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2800" b="1" dirty="0" smtClean="0"/>
              <a:t>Analizar</a:t>
            </a:r>
            <a:r>
              <a:rPr lang="es-GT" sz="2800" dirty="0" smtClean="0"/>
              <a:t>: ¿Por qué varios estudiantes de Ingeniería en Sistemas se retiran durante el primer año?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2800" b="1" dirty="0" smtClean="0"/>
              <a:t>Ejemplos</a:t>
            </a:r>
            <a:r>
              <a:rPr lang="es-GT" sz="2800" dirty="0" smtClean="0"/>
              <a:t>: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s-GT" dirty="0" smtClean="0"/>
              <a:t>La </a:t>
            </a:r>
            <a:r>
              <a:rPr lang="es-GT" dirty="0"/>
              <a:t>suma de los cuadrados de los catetos es igual al cuadrado de la hipotenusa</a:t>
            </a:r>
            <a:r>
              <a:rPr lang="es-GT" dirty="0" smtClean="0"/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s-GT" dirty="0"/>
              <a:t>Los automóviles de la actualidad consumen 20% más de energía que los de hace veinte años</a:t>
            </a:r>
            <a:r>
              <a:rPr lang="es-GT" dirty="0" smtClean="0"/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s-GT" dirty="0"/>
              <a:t>Al aumentar la altitud, la temperatura ambiente disminuye</a:t>
            </a:r>
            <a:r>
              <a:rPr lang="es-GT" dirty="0" smtClean="0"/>
              <a:t>.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65321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8992" y="233524"/>
            <a:ext cx="10515600" cy="737652"/>
          </a:xfrm>
        </p:spPr>
        <p:txBody>
          <a:bodyPr/>
          <a:lstStyle/>
          <a:p>
            <a:r>
              <a:rPr lang="es-GT" b="1" dirty="0" smtClean="0"/>
              <a:t>Tipos de Hipótesis: </a:t>
            </a:r>
            <a:endParaRPr lang="es-GT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3766" y="1162654"/>
            <a:ext cx="11164910" cy="5341177"/>
          </a:xfrm>
        </p:spPr>
        <p:txBody>
          <a:bodyPr/>
          <a:lstStyle/>
          <a:p>
            <a:r>
              <a:rPr lang="es-GT" b="1" dirty="0" smtClean="0"/>
              <a:t>Descriptiva</a:t>
            </a:r>
            <a:r>
              <a:rPr lang="es-GT" dirty="0" smtClean="0"/>
              <a:t>: buscan predecir un dato o un valor</a:t>
            </a:r>
          </a:p>
          <a:p>
            <a:pPr marL="0" indent="0">
              <a:buNone/>
            </a:pPr>
            <a:r>
              <a:rPr lang="es-GT" sz="2400" dirty="0" smtClean="0">
                <a:solidFill>
                  <a:srgbClr val="FF0000"/>
                </a:solidFill>
              </a:rPr>
              <a:t>“Las expectativas de ingreso mensual de las personas que buscan empleo por primera vez oscilan entre Q2,000 y Q3,000”</a:t>
            </a:r>
            <a:endParaRPr lang="es-GT" sz="2400" dirty="0">
              <a:solidFill>
                <a:srgbClr val="FF0000"/>
              </a:solidFill>
            </a:endParaRPr>
          </a:p>
          <a:p>
            <a:r>
              <a:rPr lang="es-GT" b="1" dirty="0" smtClean="0"/>
              <a:t>Correlacional</a:t>
            </a:r>
            <a:r>
              <a:rPr lang="es-GT" dirty="0" smtClean="0"/>
              <a:t>: especifican las relaciones entre dos o más variables</a:t>
            </a:r>
          </a:p>
          <a:p>
            <a:pPr marL="0" indent="0">
              <a:buNone/>
            </a:pPr>
            <a:r>
              <a:rPr lang="es-GT" sz="2400" dirty="0" smtClean="0">
                <a:solidFill>
                  <a:srgbClr val="FF0000"/>
                </a:solidFill>
              </a:rPr>
              <a:t>“A mayor cantidad de horas de sueño mayor es el rendimiento académico de los estudiantes de ingeniería en sistemas”</a:t>
            </a:r>
          </a:p>
          <a:p>
            <a:r>
              <a:rPr lang="es-GT" b="1" dirty="0" smtClean="0"/>
              <a:t>Causalidad</a:t>
            </a:r>
            <a:r>
              <a:rPr lang="es-GT" dirty="0" smtClean="0"/>
              <a:t> establecen relaciones de causa</a:t>
            </a:r>
          </a:p>
          <a:p>
            <a:pPr marL="0" indent="0">
              <a:buNone/>
            </a:pPr>
            <a:r>
              <a:rPr lang="es-GT" sz="2400" dirty="0" smtClean="0">
                <a:solidFill>
                  <a:srgbClr val="FF0000"/>
                </a:solidFill>
              </a:rPr>
              <a:t>“La separación de los padres provoca baja autoestima en los hijos”</a:t>
            </a:r>
          </a:p>
          <a:p>
            <a:r>
              <a:rPr lang="es-GT" b="1" dirty="0" smtClean="0"/>
              <a:t>Nulas</a:t>
            </a:r>
            <a:r>
              <a:rPr lang="es-GT" dirty="0" smtClean="0"/>
              <a:t>: reverso de la hipótesis de investigación</a:t>
            </a:r>
          </a:p>
          <a:p>
            <a:pPr marL="0" indent="0">
              <a:buNone/>
            </a:pPr>
            <a:r>
              <a:rPr lang="es-GT" dirty="0">
                <a:solidFill>
                  <a:srgbClr val="FF0000"/>
                </a:solidFill>
              </a:rPr>
              <a:t>“Las expectativas de ingreso mensual de las personas que buscan empleo por primera vez </a:t>
            </a:r>
            <a:r>
              <a:rPr lang="es-GT" dirty="0" smtClean="0">
                <a:solidFill>
                  <a:srgbClr val="FF0000"/>
                </a:solidFill>
              </a:rPr>
              <a:t>NO oscilan </a:t>
            </a:r>
            <a:r>
              <a:rPr lang="es-GT" dirty="0">
                <a:solidFill>
                  <a:srgbClr val="FF0000"/>
                </a:solidFill>
              </a:rPr>
              <a:t>entre Q2,000 y Q3,000”</a:t>
            </a:r>
          </a:p>
          <a:p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427549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1833" y="703677"/>
            <a:ext cx="11164910" cy="5959364"/>
          </a:xfrm>
        </p:spPr>
        <p:txBody>
          <a:bodyPr>
            <a:normAutofit lnSpcReduction="10000"/>
          </a:bodyPr>
          <a:lstStyle/>
          <a:p>
            <a:r>
              <a:rPr lang="es-GT" b="1" dirty="0" smtClean="0"/>
              <a:t>Hipótesis de Investigación (H</a:t>
            </a:r>
            <a:r>
              <a:rPr lang="es-GT" b="1" baseline="-25000" dirty="0" smtClean="0"/>
              <a:t>i</a:t>
            </a:r>
            <a:r>
              <a:rPr lang="es-GT" b="1" dirty="0" smtClean="0"/>
              <a:t>): </a:t>
            </a:r>
          </a:p>
          <a:p>
            <a:pPr marL="0" indent="0">
              <a:buNone/>
            </a:pPr>
            <a:r>
              <a:rPr lang="es-GT" dirty="0" smtClean="0">
                <a:solidFill>
                  <a:srgbClr val="FF0000"/>
                </a:solidFill>
              </a:rPr>
              <a:t>La </a:t>
            </a:r>
            <a:r>
              <a:rPr lang="es-GT" dirty="0">
                <a:solidFill>
                  <a:srgbClr val="FF0000"/>
                </a:solidFill>
              </a:rPr>
              <a:t>expectativa de todos los pacientes que van a ser operados de cataratas es ver </a:t>
            </a:r>
            <a:r>
              <a:rPr lang="es-GT" dirty="0" smtClean="0">
                <a:solidFill>
                  <a:srgbClr val="FF0000"/>
                </a:solidFill>
              </a:rPr>
              <a:t>20/20</a:t>
            </a:r>
          </a:p>
          <a:p>
            <a:pPr marL="0" indent="0">
              <a:buNone/>
            </a:pPr>
            <a:endParaRPr lang="es-GT" dirty="0" smtClean="0">
              <a:solidFill>
                <a:srgbClr val="FF0000"/>
              </a:solidFill>
            </a:endParaRPr>
          </a:p>
          <a:p>
            <a:r>
              <a:rPr lang="es-GT" b="1" dirty="0" smtClean="0"/>
              <a:t>Hipótesis Nula (H</a:t>
            </a:r>
            <a:r>
              <a:rPr lang="es-GT" b="1" baseline="-25000" dirty="0" smtClean="0"/>
              <a:t>o</a:t>
            </a:r>
            <a:r>
              <a:rPr lang="es-GT" b="1" dirty="0" smtClean="0"/>
              <a:t>)</a:t>
            </a:r>
            <a:r>
              <a:rPr lang="es-GT" dirty="0" smtClean="0"/>
              <a:t>: sirven para refutar o negar lo que afirma la hipótesis de investigación</a:t>
            </a:r>
          </a:p>
          <a:p>
            <a:pPr marL="0" indent="0">
              <a:buNone/>
            </a:pPr>
            <a:r>
              <a:rPr lang="es-GT" dirty="0">
                <a:solidFill>
                  <a:srgbClr val="FF0000"/>
                </a:solidFill>
              </a:rPr>
              <a:t>La expectativa de todos los pacientes que van a ser operados de cataratas no es ver 20/20</a:t>
            </a:r>
          </a:p>
          <a:p>
            <a:pPr marL="0" indent="0">
              <a:buNone/>
            </a:pPr>
            <a:endParaRPr lang="es-GT" b="1" dirty="0" smtClean="0"/>
          </a:p>
          <a:p>
            <a:r>
              <a:rPr lang="es-GT" b="1" dirty="0" smtClean="0"/>
              <a:t>Hipótesis Alternativa (H</a:t>
            </a:r>
            <a:r>
              <a:rPr lang="es-GT" b="1" baseline="-25000" dirty="0" smtClean="0"/>
              <a:t>a</a:t>
            </a:r>
            <a:r>
              <a:rPr lang="es-GT" b="1" dirty="0" smtClean="0"/>
              <a:t>): </a:t>
            </a:r>
            <a:r>
              <a:rPr lang="es-GT" dirty="0" smtClean="0"/>
              <a:t>son posibilidades alternas entre ante la Hi y la Ho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GT" dirty="0">
                <a:solidFill>
                  <a:srgbClr val="FF0000"/>
                </a:solidFill>
              </a:rPr>
              <a:t>La expectativa del 50% de pacientes que van a ser operados de cataratas es ver 20/20</a:t>
            </a:r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7239000" y="218941"/>
            <a:ext cx="4558047" cy="737652"/>
          </a:xfrm>
        </p:spPr>
        <p:txBody>
          <a:bodyPr/>
          <a:lstStyle/>
          <a:p>
            <a:pPr algn="r"/>
            <a:r>
              <a:rPr lang="es-GT" b="1" dirty="0" smtClean="0">
                <a:solidFill>
                  <a:srgbClr val="002060"/>
                </a:solidFill>
              </a:rPr>
              <a:t>Hi, Ho y Ha</a:t>
            </a:r>
            <a:endParaRPr lang="es-GT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68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14" y="252883"/>
            <a:ext cx="11051959" cy="15223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14" y="1996224"/>
            <a:ext cx="11051959" cy="1637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14" y="3854941"/>
            <a:ext cx="8317941" cy="2790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7858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3624" y="591670"/>
            <a:ext cx="9144000" cy="1022257"/>
          </a:xfrm>
        </p:spPr>
        <p:txBody>
          <a:bodyPr>
            <a:noAutofit/>
          </a:bodyPr>
          <a:lstStyle/>
          <a:p>
            <a:r>
              <a:rPr lang="es-GT" sz="7000" b="1" dirty="0" smtClean="0"/>
              <a:t>Marco Metodológico</a:t>
            </a:r>
            <a:endParaRPr lang="es-GT" sz="7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0965" y="1641101"/>
            <a:ext cx="10672482" cy="4022446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Hipótesis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b="1" dirty="0" smtClean="0">
                <a:solidFill>
                  <a:srgbClr val="FF0000"/>
                </a:solidFill>
              </a:rPr>
              <a:t>Variables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Indicadores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Supuestos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Métodos de Investigación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Estimación de recursos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Planificación </a:t>
            </a:r>
            <a:endParaRPr lang="es-GT" sz="3200" dirty="0"/>
          </a:p>
        </p:txBody>
      </p:sp>
    </p:spTree>
    <p:extLst>
      <p:ext uri="{BB962C8B-B14F-4D97-AF65-F5344CB8AC3E}">
        <p14:creationId xmlns:p14="http://schemas.microsoft.com/office/powerpoint/2010/main" val="142074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16417" y="408836"/>
            <a:ext cx="9144000" cy="729104"/>
          </a:xfrm>
        </p:spPr>
        <p:txBody>
          <a:bodyPr>
            <a:noAutofit/>
          </a:bodyPr>
          <a:lstStyle/>
          <a:p>
            <a:pPr algn="l"/>
            <a:r>
              <a:rPr lang="es-GT" b="1" dirty="0" smtClean="0"/>
              <a:t>Variables</a:t>
            </a:r>
            <a:r>
              <a:rPr lang="es-GT" sz="3800" b="1" dirty="0" smtClean="0">
                <a:solidFill>
                  <a:srgbClr val="FF0000"/>
                </a:solidFill>
              </a:rPr>
              <a:t> (</a:t>
            </a:r>
            <a:r>
              <a:rPr lang="es-GT" sz="3000" b="1" dirty="0" smtClean="0">
                <a:solidFill>
                  <a:srgbClr val="FF0000"/>
                </a:solidFill>
              </a:rPr>
              <a:t>Dependiente e Independiente)</a:t>
            </a:r>
            <a:endParaRPr lang="es-GT" sz="3000" b="1" dirty="0">
              <a:solidFill>
                <a:srgbClr val="FF000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16417" y="1281161"/>
            <a:ext cx="11419268" cy="4730592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2800" dirty="0" smtClean="0"/>
              <a:t>La </a:t>
            </a:r>
            <a:r>
              <a:rPr lang="es-GT" sz="2800" b="1" dirty="0" smtClean="0"/>
              <a:t>variable dependiente (VD) </a:t>
            </a:r>
            <a:r>
              <a:rPr lang="es-GT" sz="2800" dirty="0" smtClean="0"/>
              <a:t>es la que se ve afectada por la variable independiente, se trata de lo que se quiere medir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2800" dirty="0" smtClean="0"/>
              <a:t>La </a:t>
            </a:r>
            <a:r>
              <a:rPr lang="es-GT" sz="2800" b="1" dirty="0" smtClean="0"/>
              <a:t>variable independiente (VI)</a:t>
            </a:r>
            <a:r>
              <a:rPr lang="es-GT" sz="2800" dirty="0" smtClean="0"/>
              <a:t> es la que cambia o es controlada para ver sus efectos en la variable dependiente</a:t>
            </a:r>
            <a:endParaRPr lang="es-GT" sz="2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539" y="3424823"/>
            <a:ext cx="9508648" cy="87527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677531" y="4586538"/>
            <a:ext cx="724666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GT" sz="2400" dirty="0" smtClean="0"/>
              <a:t>Temperatura ~ cantidad de ozono + viento + mes del año</a:t>
            </a:r>
          </a:p>
          <a:p>
            <a:pPr algn="ctr"/>
            <a:r>
              <a:rPr lang="es-GT" sz="2200" dirty="0" smtClean="0"/>
              <a:t>VD = temperatura</a:t>
            </a:r>
          </a:p>
          <a:p>
            <a:pPr algn="ctr"/>
            <a:r>
              <a:rPr lang="es-GT" sz="2200" dirty="0" smtClean="0"/>
              <a:t>VI = cantidad de ozono, viendo y mes del año</a:t>
            </a:r>
            <a:endParaRPr lang="es-GT" sz="2200" dirty="0"/>
          </a:p>
        </p:txBody>
      </p:sp>
    </p:spTree>
    <p:extLst>
      <p:ext uri="{BB962C8B-B14F-4D97-AF65-F5344CB8AC3E}">
        <p14:creationId xmlns:p14="http://schemas.microsoft.com/office/powerpoint/2010/main" val="765444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5167" y="1493616"/>
            <a:ext cx="11049000" cy="5824426"/>
          </a:xfrm>
        </p:spPr>
        <p:txBody>
          <a:bodyPr/>
          <a:lstStyle/>
          <a:p>
            <a:pPr algn="just"/>
            <a:r>
              <a:rPr lang="es-GT" b="1" dirty="0" smtClean="0"/>
              <a:t>Definición conceptual de una variable</a:t>
            </a:r>
            <a:r>
              <a:rPr lang="es-GT" dirty="0" smtClean="0"/>
              <a:t>: se refiere a la descripción, concepto o definición de la variable</a:t>
            </a:r>
          </a:p>
          <a:p>
            <a:pPr marL="457200" lvl="1" indent="0" algn="just">
              <a:buNone/>
            </a:pPr>
            <a:r>
              <a:rPr lang="es-GT" dirty="0" smtClean="0">
                <a:solidFill>
                  <a:srgbClr val="FF0000"/>
                </a:solidFill>
              </a:rPr>
              <a:t>Magnitud física que expresa el grado o nivel de calor de los cuerpos o del ambiente, y cuya unidad en el sistema internacional es el kelvin</a:t>
            </a:r>
          </a:p>
          <a:p>
            <a:pPr marL="0" indent="0" algn="just">
              <a:buNone/>
            </a:pPr>
            <a:endParaRPr lang="es-GT" dirty="0">
              <a:solidFill>
                <a:srgbClr val="FF0000"/>
              </a:solidFill>
            </a:endParaRPr>
          </a:p>
          <a:p>
            <a:pPr algn="just"/>
            <a:r>
              <a:rPr lang="es-GT" b="1" dirty="0" smtClean="0"/>
              <a:t>Definición operacional de una variable</a:t>
            </a:r>
            <a:r>
              <a:rPr lang="es-GT" dirty="0" smtClean="0"/>
              <a:t>: se refiere a la forma de medir la variable</a:t>
            </a:r>
          </a:p>
          <a:p>
            <a:pPr marL="0" indent="0" algn="just">
              <a:buNone/>
            </a:pPr>
            <a:r>
              <a:rPr lang="es-GT" dirty="0" smtClean="0">
                <a:solidFill>
                  <a:srgbClr val="FF0000"/>
                </a:solidFill>
              </a:rPr>
              <a:t>	La temperatura se mide utilizando un termómetro</a:t>
            </a:r>
          </a:p>
          <a:p>
            <a:pPr marL="0" indent="0" algn="just">
              <a:buNone/>
            </a:pPr>
            <a:endParaRPr lang="es-GT" dirty="0" smtClean="0"/>
          </a:p>
          <a:p>
            <a:pPr marL="0" indent="0" algn="just">
              <a:buNone/>
            </a:pPr>
            <a:endParaRPr lang="es-GT" b="1" dirty="0"/>
          </a:p>
          <a:p>
            <a:pPr marL="0" indent="0" algn="just">
              <a:buNone/>
            </a:pPr>
            <a:endParaRPr lang="es-GT" b="1" dirty="0"/>
          </a:p>
          <a:p>
            <a:pPr marL="0" indent="0" algn="just">
              <a:buNone/>
            </a:pPr>
            <a:endParaRPr lang="es-GT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85167" y="231252"/>
            <a:ext cx="10354677" cy="11164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GT" sz="3800" b="1" dirty="0" smtClean="0">
                <a:solidFill>
                  <a:srgbClr val="FF0000"/>
                </a:solidFill>
              </a:rPr>
              <a:t>Definición conceptual y operacional de una variable:</a:t>
            </a:r>
            <a:endParaRPr lang="es-GT" sz="3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253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3624" y="591670"/>
            <a:ext cx="9144000" cy="1022257"/>
          </a:xfrm>
        </p:spPr>
        <p:txBody>
          <a:bodyPr>
            <a:noAutofit/>
          </a:bodyPr>
          <a:lstStyle/>
          <a:p>
            <a:r>
              <a:rPr lang="es-GT" sz="7000" b="1" dirty="0" smtClean="0"/>
              <a:t>Marco Metodológico</a:t>
            </a:r>
            <a:endParaRPr lang="es-GT" sz="7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0965" y="1641101"/>
            <a:ext cx="10672482" cy="4022446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Hipótesis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Variables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b="1" dirty="0" smtClean="0">
                <a:solidFill>
                  <a:srgbClr val="FF0000"/>
                </a:solidFill>
              </a:rPr>
              <a:t>Indicadores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Supuestos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Métodos de Investigación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Estimación de recursos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Planificación </a:t>
            </a:r>
            <a:endParaRPr lang="es-GT" sz="3200" dirty="0"/>
          </a:p>
        </p:txBody>
      </p:sp>
    </p:spTree>
    <p:extLst>
      <p:ext uri="{BB962C8B-B14F-4D97-AF65-F5344CB8AC3E}">
        <p14:creationId xmlns:p14="http://schemas.microsoft.com/office/powerpoint/2010/main" val="1640017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23993" y="470647"/>
            <a:ext cx="9144000" cy="1371600"/>
          </a:xfrm>
        </p:spPr>
        <p:txBody>
          <a:bodyPr>
            <a:noAutofit/>
          </a:bodyPr>
          <a:lstStyle/>
          <a:p>
            <a:pPr algn="l"/>
            <a:r>
              <a:rPr lang="es-GT" b="1" dirty="0" smtClean="0"/>
              <a:t>Indicadores</a:t>
            </a:r>
            <a:br>
              <a:rPr lang="es-GT" b="1" dirty="0" smtClean="0"/>
            </a:br>
            <a:r>
              <a:rPr lang="es-GT" sz="3000" dirty="0" smtClean="0"/>
              <a:t>(Publicaciones del tema con autor, fecha y valor)</a:t>
            </a:r>
            <a:endParaRPr lang="es-GT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t="12505"/>
          <a:stretch/>
        </p:blipFill>
        <p:spPr>
          <a:xfrm>
            <a:off x="685358" y="2138082"/>
            <a:ext cx="10609223" cy="399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62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3624" y="591670"/>
            <a:ext cx="9144000" cy="1022257"/>
          </a:xfrm>
        </p:spPr>
        <p:txBody>
          <a:bodyPr>
            <a:noAutofit/>
          </a:bodyPr>
          <a:lstStyle/>
          <a:p>
            <a:r>
              <a:rPr lang="es-GT" sz="7000" b="1" dirty="0" smtClean="0"/>
              <a:t>Marco Metodológico</a:t>
            </a:r>
            <a:endParaRPr lang="es-GT" sz="7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0965" y="1641101"/>
            <a:ext cx="10672482" cy="4022446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Hipótesis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Variables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Indicadores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b="1" dirty="0" smtClean="0">
                <a:solidFill>
                  <a:srgbClr val="FF0000"/>
                </a:solidFill>
              </a:rPr>
              <a:t>Supuestos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Métodos de Investigación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Estimación de recursos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Planificación </a:t>
            </a:r>
            <a:endParaRPr lang="es-GT" sz="3200" dirty="0"/>
          </a:p>
        </p:txBody>
      </p:sp>
    </p:spTree>
    <p:extLst>
      <p:ext uri="{BB962C8B-B14F-4D97-AF65-F5344CB8AC3E}">
        <p14:creationId xmlns:p14="http://schemas.microsoft.com/office/powerpoint/2010/main" val="1305924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23993" y="470647"/>
            <a:ext cx="9144000" cy="1371600"/>
          </a:xfrm>
        </p:spPr>
        <p:txBody>
          <a:bodyPr>
            <a:noAutofit/>
          </a:bodyPr>
          <a:lstStyle/>
          <a:p>
            <a:pPr algn="l"/>
            <a:r>
              <a:rPr lang="es-GT" b="1" dirty="0" smtClean="0"/>
              <a:t>Indicadores</a:t>
            </a:r>
            <a:br>
              <a:rPr lang="es-GT" b="1" dirty="0" smtClean="0"/>
            </a:br>
            <a:r>
              <a:rPr lang="es-GT" sz="3000" dirty="0" smtClean="0"/>
              <a:t>Son comentarios positivos o negativos sobre el tema </a:t>
            </a:r>
            <a:endParaRPr lang="es-GT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85" y="2044234"/>
            <a:ext cx="8771686" cy="421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8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3624" y="591670"/>
            <a:ext cx="9144000" cy="1022257"/>
          </a:xfrm>
        </p:spPr>
        <p:txBody>
          <a:bodyPr>
            <a:noAutofit/>
          </a:bodyPr>
          <a:lstStyle/>
          <a:p>
            <a:r>
              <a:rPr lang="es-GT" sz="7000" b="1" dirty="0" smtClean="0"/>
              <a:t>Marco Metodológico</a:t>
            </a:r>
            <a:endParaRPr lang="es-GT" sz="7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0965" y="1654548"/>
            <a:ext cx="10672482" cy="4022446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Hipótesis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Variables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Indicadores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Supuestos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b="1" dirty="0" smtClean="0">
                <a:solidFill>
                  <a:srgbClr val="FF0000"/>
                </a:solidFill>
              </a:rPr>
              <a:t>Métodos de Investigación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Estimación de recursos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Planificación </a:t>
            </a:r>
            <a:endParaRPr lang="es-GT" sz="3200" dirty="0"/>
          </a:p>
        </p:txBody>
      </p:sp>
    </p:spTree>
    <p:extLst>
      <p:ext uri="{BB962C8B-B14F-4D97-AF65-F5344CB8AC3E}">
        <p14:creationId xmlns:p14="http://schemas.microsoft.com/office/powerpoint/2010/main" val="2547188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6" y="167426"/>
            <a:ext cx="11828554" cy="656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14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/>
          </p:nvPr>
        </p:nvGraphicFramePr>
        <p:xfrm>
          <a:off x="306230" y="231820"/>
          <a:ext cx="11310514" cy="6168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8644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4863" y="378004"/>
            <a:ext cx="10515600" cy="1325563"/>
          </a:xfrm>
        </p:spPr>
        <p:txBody>
          <a:bodyPr/>
          <a:lstStyle/>
          <a:p>
            <a:r>
              <a:rPr lang="es-GT" b="1" dirty="0" smtClean="0"/>
              <a:t>Investigación Experimental</a:t>
            </a:r>
            <a:br>
              <a:rPr lang="es-GT" b="1" dirty="0" smtClean="0"/>
            </a:br>
            <a:r>
              <a:rPr lang="es-GT" sz="3800" dirty="0" smtClean="0"/>
              <a:t>	Diseño Pre Experimental</a:t>
            </a:r>
            <a:endParaRPr lang="es-GT" b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554863" y="1819477"/>
            <a:ext cx="598760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smtClean="0"/>
              <a:t>Se analiza una sola variable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smtClean="0"/>
              <a:t>No se manipula la variable independiente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smtClean="0"/>
              <a:t>No se utiliza un grupo control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err="1" smtClean="0"/>
              <a:t>PrePrueba</a:t>
            </a:r>
            <a:r>
              <a:rPr lang="es-GT" sz="2200" dirty="0" smtClean="0"/>
              <a:t> y </a:t>
            </a:r>
            <a:r>
              <a:rPr lang="es-GT" sz="2200" dirty="0" err="1" smtClean="0"/>
              <a:t>PostPrueba</a:t>
            </a:r>
            <a:r>
              <a:rPr lang="es-GT" sz="2200" dirty="0" smtClean="0"/>
              <a:t> con un solo grupo</a:t>
            </a:r>
          </a:p>
          <a:p>
            <a:pPr algn="just"/>
            <a:endParaRPr lang="es-GT" sz="2200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smtClean="0"/>
              <a:t>Ejemplo: un entrenador físico quiere probar su nuevo sistema de acondicionamiento físico por lo cual selecciona a un grupo de 4 jóvenes a quienes les hace una evaluación inicial (</a:t>
            </a:r>
            <a:r>
              <a:rPr lang="es-GT" sz="2200" dirty="0" err="1" smtClean="0"/>
              <a:t>PrePrueba</a:t>
            </a:r>
            <a:r>
              <a:rPr lang="es-GT" sz="2200" dirty="0" smtClean="0"/>
              <a:t>) y luego de 4 meses de entrenamiento bajo su programa les realiza una evaluación final (</a:t>
            </a:r>
            <a:r>
              <a:rPr lang="es-GT" sz="2200" dirty="0" err="1" smtClean="0"/>
              <a:t>PostPrueba</a:t>
            </a:r>
            <a:r>
              <a:rPr lang="es-GT" sz="2200" dirty="0" smtClean="0"/>
              <a:t>)</a:t>
            </a:r>
            <a:endParaRPr lang="es-GT" sz="2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425" y="2201090"/>
            <a:ext cx="3493797" cy="2964919"/>
          </a:xfrm>
          <a:prstGeom prst="rect">
            <a:avLst/>
          </a:prstGeom>
        </p:spPr>
      </p:pic>
      <p:sp>
        <p:nvSpPr>
          <p:cNvPr id="3" name="Flecha derecha 2">
            <a:hlinkClick r:id="rId3"/>
          </p:cNvPr>
          <p:cNvSpPr/>
          <p:nvPr/>
        </p:nvSpPr>
        <p:spPr>
          <a:xfrm>
            <a:off x="9968815" y="5807036"/>
            <a:ext cx="1519707" cy="632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dirty="0" smtClean="0"/>
              <a:t>VIDEO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415356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4863" y="378004"/>
            <a:ext cx="10515600" cy="1325563"/>
          </a:xfrm>
        </p:spPr>
        <p:txBody>
          <a:bodyPr/>
          <a:lstStyle/>
          <a:p>
            <a:r>
              <a:rPr lang="es-GT" b="1" dirty="0" smtClean="0"/>
              <a:t>Investigación Experimental</a:t>
            </a:r>
            <a:br>
              <a:rPr lang="es-GT" b="1" dirty="0" smtClean="0"/>
            </a:br>
            <a:r>
              <a:rPr lang="es-GT" sz="3800" dirty="0" smtClean="0"/>
              <a:t>	Experimento Puro</a:t>
            </a:r>
            <a:endParaRPr lang="es-GT" b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554862" y="1819477"/>
            <a:ext cx="829292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smtClean="0"/>
              <a:t>Manipula una o varias variables independientes para observar cambios en sus variables dependientes en una situación de control. </a:t>
            </a:r>
          </a:p>
          <a:p>
            <a:pPr algn="just"/>
            <a:endParaRPr lang="es-GT" sz="2200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b="1" dirty="0" smtClean="0"/>
              <a:t>Con </a:t>
            </a:r>
            <a:r>
              <a:rPr lang="es-GT" sz="2200" b="1" dirty="0" err="1" smtClean="0"/>
              <a:t>PrePrueba</a:t>
            </a:r>
            <a:r>
              <a:rPr lang="es-GT" sz="2200" b="1" dirty="0" smtClean="0"/>
              <a:t> – </a:t>
            </a:r>
            <a:r>
              <a:rPr lang="es-GT" sz="2200" b="1" dirty="0" err="1" smtClean="0"/>
              <a:t>PostPrueba</a:t>
            </a:r>
            <a:r>
              <a:rPr lang="es-GT" sz="2200" b="1" dirty="0" smtClean="0"/>
              <a:t> y grupo de control</a:t>
            </a:r>
            <a:r>
              <a:rPr lang="es-GT" sz="2200" dirty="0" smtClean="0"/>
              <a:t>: hay dos grupos (Experimental y Control), a ambos grupos se les administra una </a:t>
            </a:r>
            <a:r>
              <a:rPr lang="es-GT" sz="2200" dirty="0" err="1" smtClean="0"/>
              <a:t>PrePrueba</a:t>
            </a:r>
            <a:r>
              <a:rPr lang="es-GT" sz="2200" dirty="0" smtClean="0"/>
              <a:t>, un grupo recibe el tratamiento experimental y por último a ambos grupos se les aplica una </a:t>
            </a:r>
            <a:r>
              <a:rPr lang="es-GT" sz="2200" dirty="0" err="1" smtClean="0"/>
              <a:t>PostPrueba</a:t>
            </a:r>
            <a:r>
              <a:rPr lang="es-GT" sz="2200" dirty="0" smtClean="0"/>
              <a:t>.</a:t>
            </a:r>
          </a:p>
          <a:p>
            <a:pPr algn="just"/>
            <a:endParaRPr lang="es-GT" sz="2200" b="1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b="1" dirty="0" smtClean="0"/>
              <a:t>Con </a:t>
            </a:r>
            <a:r>
              <a:rPr lang="es-GT" sz="2200" b="1" dirty="0" err="1" smtClean="0"/>
              <a:t>PostPrueba</a:t>
            </a:r>
            <a:r>
              <a:rPr lang="es-GT" sz="2200" b="1" dirty="0" smtClean="0"/>
              <a:t> únicamente y grupo de control</a:t>
            </a:r>
            <a:r>
              <a:rPr lang="es-GT" sz="2200" dirty="0" smtClean="0"/>
              <a:t>: hay dos grupos (Experimental y Control), no hay </a:t>
            </a:r>
            <a:r>
              <a:rPr lang="es-GT" sz="2200" dirty="0" err="1" smtClean="0"/>
              <a:t>PrePrueba</a:t>
            </a:r>
            <a:r>
              <a:rPr lang="es-GT" sz="2200" dirty="0" smtClean="0"/>
              <a:t>, un grupo recibe el tratamiento experimental y por último a ambos grupos se les aplica </a:t>
            </a:r>
            <a:r>
              <a:rPr lang="es-GT" sz="2200" dirty="0" err="1" smtClean="0"/>
              <a:t>PostPrueba</a:t>
            </a:r>
            <a:r>
              <a:rPr lang="es-GT" sz="2200" dirty="0" smtClean="0"/>
              <a:t> (para comparar ambos grupos se usa la prueba “T”)</a:t>
            </a:r>
            <a:endParaRPr lang="es-GT" sz="22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997" y="378004"/>
            <a:ext cx="2654675" cy="1902517"/>
          </a:xfrm>
          <a:prstGeom prst="rect">
            <a:avLst/>
          </a:prstGeom>
        </p:spPr>
      </p:pic>
      <p:sp>
        <p:nvSpPr>
          <p:cNvPr id="5" name="Flecha derecha 4">
            <a:hlinkClick r:id="rId3"/>
          </p:cNvPr>
          <p:cNvSpPr/>
          <p:nvPr/>
        </p:nvSpPr>
        <p:spPr>
          <a:xfrm>
            <a:off x="10058400" y="5658928"/>
            <a:ext cx="1429555" cy="6310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smtClean="0"/>
              <a:t>VIDEO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301784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4863" y="378004"/>
            <a:ext cx="10515600" cy="1325563"/>
          </a:xfrm>
        </p:spPr>
        <p:txBody>
          <a:bodyPr/>
          <a:lstStyle/>
          <a:p>
            <a:r>
              <a:rPr lang="es-GT" b="1" dirty="0" smtClean="0"/>
              <a:t>Investigación Experimental</a:t>
            </a:r>
            <a:br>
              <a:rPr lang="es-GT" b="1" dirty="0" smtClean="0"/>
            </a:br>
            <a:r>
              <a:rPr lang="es-GT" b="1" dirty="0" smtClean="0"/>
              <a:t>	</a:t>
            </a:r>
            <a:r>
              <a:rPr lang="es-GT" sz="3800" dirty="0" smtClean="0"/>
              <a:t>Cuasi Experimental</a:t>
            </a:r>
            <a:endParaRPr lang="es-GT" b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554862" y="1819477"/>
            <a:ext cx="686336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smtClean="0"/>
              <a:t>Los grupos se seleccionan de manera no aleatoria (por ejemplo, partir a los alumnos de una clase en dos grupos por orden alfabético)</a:t>
            </a:r>
          </a:p>
          <a:p>
            <a:pPr algn="just"/>
            <a:endParaRPr lang="es-GT" sz="2200" b="1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smtClean="0"/>
              <a:t>Posteriormente el experimento procede de manera normal (medición </a:t>
            </a:r>
            <a:r>
              <a:rPr lang="es-GT" sz="2200" dirty="0" err="1" smtClean="0"/>
              <a:t>PrePrueba</a:t>
            </a:r>
            <a:r>
              <a:rPr lang="es-GT" sz="2200" dirty="0" smtClean="0"/>
              <a:t>, experimento y medición </a:t>
            </a:r>
            <a:r>
              <a:rPr lang="es-GT" sz="2200" dirty="0" err="1" smtClean="0"/>
              <a:t>PostPrueba</a:t>
            </a:r>
            <a:r>
              <a:rPr lang="es-GT" sz="2200" dirty="0" smtClean="0"/>
              <a:t>)</a:t>
            </a:r>
          </a:p>
          <a:p>
            <a:pPr algn="just"/>
            <a:endParaRPr lang="es-GT" sz="2200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smtClean="0"/>
              <a:t>Resulta útil en los casos en donde la selección al azar resulta difícil</a:t>
            </a:r>
          </a:p>
          <a:p>
            <a:pPr algn="just"/>
            <a:endParaRPr lang="es-GT" sz="2200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200" dirty="0" smtClean="0"/>
              <a:t>Sin una adecuada asignación al azar las pruebas estadísticas pueden resultar insignificantes</a:t>
            </a:r>
            <a:endParaRPr lang="es-GT" sz="2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136" y="378004"/>
            <a:ext cx="4018518" cy="215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0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3624" y="591670"/>
            <a:ext cx="9144000" cy="1022257"/>
          </a:xfrm>
        </p:spPr>
        <p:txBody>
          <a:bodyPr>
            <a:noAutofit/>
          </a:bodyPr>
          <a:lstStyle/>
          <a:p>
            <a:r>
              <a:rPr lang="es-GT" sz="7000" b="1" dirty="0" smtClean="0"/>
              <a:t>Marco Metodológico</a:t>
            </a:r>
            <a:endParaRPr lang="es-GT" sz="7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0965" y="1654548"/>
            <a:ext cx="10672482" cy="4022446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Hipótesis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Variables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Indicadores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Supuestos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Métodos de Investigación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b="1" dirty="0" smtClean="0">
                <a:solidFill>
                  <a:srgbClr val="FF0000"/>
                </a:solidFill>
              </a:rPr>
              <a:t>Estimación de recursos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Planificación </a:t>
            </a:r>
            <a:endParaRPr lang="es-GT" sz="3200" dirty="0"/>
          </a:p>
        </p:txBody>
      </p:sp>
    </p:spTree>
    <p:extLst>
      <p:ext uri="{BB962C8B-B14F-4D97-AF65-F5344CB8AC3E}">
        <p14:creationId xmlns:p14="http://schemas.microsoft.com/office/powerpoint/2010/main" val="735907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06" y="368393"/>
            <a:ext cx="11123800" cy="603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05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3624" y="591670"/>
            <a:ext cx="9144000" cy="1022257"/>
          </a:xfrm>
        </p:spPr>
        <p:txBody>
          <a:bodyPr>
            <a:noAutofit/>
          </a:bodyPr>
          <a:lstStyle/>
          <a:p>
            <a:r>
              <a:rPr lang="es-GT" sz="7000" b="1" dirty="0" smtClean="0"/>
              <a:t>Marco Metodológico</a:t>
            </a:r>
            <a:endParaRPr lang="es-GT" sz="7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0965" y="1654548"/>
            <a:ext cx="10672482" cy="4022446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Hipótesis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Variables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Indicadores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Supuestos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Métodos de Investigación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dirty="0" smtClean="0"/>
              <a:t>Estimación de recursos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GT" sz="3200" b="1" dirty="0" smtClean="0">
                <a:solidFill>
                  <a:srgbClr val="FF0000"/>
                </a:solidFill>
              </a:rPr>
              <a:t>Planificación </a:t>
            </a:r>
            <a:endParaRPr lang="es-GT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981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diagrama de gantt en investigac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469" y="245503"/>
            <a:ext cx="7119284" cy="645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193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780</Words>
  <Application>Microsoft Office PowerPoint</Application>
  <PresentationFormat>Panorámica</PresentationFormat>
  <Paragraphs>134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Tema de Office</vt:lpstr>
      <vt:lpstr>Marco Metodológico</vt:lpstr>
      <vt:lpstr>¿Qué es una Hipótesis?</vt:lpstr>
      <vt:lpstr>Tipos de Hipótesis: </vt:lpstr>
      <vt:lpstr>Hi, Ho y Ha</vt:lpstr>
      <vt:lpstr>Presentación de PowerPoint</vt:lpstr>
      <vt:lpstr>Marco Metodológico</vt:lpstr>
      <vt:lpstr>Variables (Dependiente e Independiente)</vt:lpstr>
      <vt:lpstr>Presentación de PowerPoint</vt:lpstr>
      <vt:lpstr>Marco Metodológico</vt:lpstr>
      <vt:lpstr>Indicadores (Publicaciones del tema con autor, fecha y valor)</vt:lpstr>
      <vt:lpstr>Marco Metodológico</vt:lpstr>
      <vt:lpstr>Indicadores Son comentarios positivos o negativos sobre el tema </vt:lpstr>
      <vt:lpstr>Marco Metodológico</vt:lpstr>
      <vt:lpstr>Presentación de PowerPoint</vt:lpstr>
      <vt:lpstr>Presentación de PowerPoint</vt:lpstr>
      <vt:lpstr>Investigación Experimental  Diseño Pre Experimental</vt:lpstr>
      <vt:lpstr>Investigación Experimental  Experimento Puro</vt:lpstr>
      <vt:lpstr>Investigación Experimental  Cuasi Experimental</vt:lpstr>
      <vt:lpstr>Marco Metodológico</vt:lpstr>
      <vt:lpstr>Presentación de PowerPoint</vt:lpstr>
      <vt:lpstr>Marco Metodológico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Marco Metodológico</dc:title>
  <dc:creator>Javier Saravia</dc:creator>
  <cp:lastModifiedBy>Javier Saravia</cp:lastModifiedBy>
  <cp:revision>4</cp:revision>
  <dcterms:created xsi:type="dcterms:W3CDTF">2020-02-25T01:40:04Z</dcterms:created>
  <dcterms:modified xsi:type="dcterms:W3CDTF">2020-02-25T02:23:48Z</dcterms:modified>
</cp:coreProperties>
</file>