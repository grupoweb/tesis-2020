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0352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994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6547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496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0365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6781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9430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0667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6209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8640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4736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437D3-E0CD-4BE7-B3CA-38E3F3D1F4A9}" type="datetimeFigureOut">
              <a:rPr lang="es-GT" smtClean="0"/>
              <a:t>03/03/2020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A5FC-6ADC-4F8A-8140-3C7D6F24DC3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2213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-1869140" y="322730"/>
            <a:ext cx="9453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5000" b="1" dirty="0" smtClean="0">
                <a:latin typeface="+mj-lt"/>
              </a:rPr>
              <a:t>MARCO TEÓRICO</a:t>
            </a:r>
          </a:p>
          <a:p>
            <a:pPr algn="ctr"/>
            <a:r>
              <a:rPr lang="es-GT" sz="2200" dirty="0" smtClean="0">
                <a:latin typeface="+mj-lt"/>
              </a:rPr>
              <a:t>(Esquema General)</a:t>
            </a:r>
            <a:endParaRPr lang="es-GT" sz="2200" dirty="0">
              <a:latin typeface="+mj-lt"/>
            </a:endParaRPr>
          </a:p>
        </p:txBody>
      </p:sp>
      <p:pic>
        <p:nvPicPr>
          <p:cNvPr id="1026" name="Picture 2" descr="Resultado de imagen para esquema de concep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52" y="2178422"/>
            <a:ext cx="6332796" cy="418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7368988" y="2312894"/>
            <a:ext cx="43568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000" dirty="0" smtClean="0"/>
              <a:t>La idea de elaborar un </a:t>
            </a:r>
            <a:r>
              <a:rPr lang="es-GT" sz="2000" b="1" dirty="0" smtClean="0"/>
              <a:t>esquema general</a:t>
            </a:r>
            <a:r>
              <a:rPr lang="es-GT" sz="2000" dirty="0" smtClean="0"/>
              <a:t> es detallar y visualizar todos los conceptos necesarios para dar sustento teórico a la investigación, los cuales serán desarrollados y expuestos dentro del </a:t>
            </a:r>
            <a:r>
              <a:rPr lang="es-GT" sz="2000" b="1" dirty="0" smtClean="0"/>
              <a:t>Marco Teórico</a:t>
            </a:r>
            <a:r>
              <a:rPr lang="es-GT" sz="2000" dirty="0" smtClean="0"/>
              <a:t>.</a:t>
            </a:r>
            <a:endParaRPr lang="es-GT" sz="2000" dirty="0"/>
          </a:p>
        </p:txBody>
      </p:sp>
    </p:spTree>
    <p:extLst>
      <p:ext uri="{BB962C8B-B14F-4D97-AF65-F5344CB8AC3E}">
        <p14:creationId xmlns:p14="http://schemas.microsoft.com/office/powerpoint/2010/main" val="108694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45" y="508466"/>
            <a:ext cx="11890686" cy="562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93" y="378758"/>
            <a:ext cx="8718477" cy="602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4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-1831041" y="322730"/>
            <a:ext cx="9453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5000" b="1" dirty="0" smtClean="0">
                <a:latin typeface="+mj-lt"/>
              </a:rPr>
              <a:t>MARCO TEÓRICO</a:t>
            </a:r>
          </a:p>
          <a:p>
            <a:pPr algn="ctr"/>
            <a:r>
              <a:rPr lang="es-GT" sz="2200" dirty="0" smtClean="0">
                <a:latin typeface="+mj-lt"/>
              </a:rPr>
              <a:t>(Conceptos Generales)</a:t>
            </a:r>
            <a:endParaRPr lang="es-GT" sz="2200" dirty="0">
              <a:latin typeface="+mj-lt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791821"/>
            <a:ext cx="7485529" cy="467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5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64" y="328332"/>
            <a:ext cx="8531319" cy="599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126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</Words>
  <Application>Microsoft Office PowerPoint</Application>
  <PresentationFormat>Panorámica</PresentationFormat>
  <Paragraphs>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Saravia</dc:creator>
  <cp:lastModifiedBy>Javier Saravia</cp:lastModifiedBy>
  <cp:revision>3</cp:revision>
  <dcterms:created xsi:type="dcterms:W3CDTF">2020-03-04T02:04:53Z</dcterms:created>
  <dcterms:modified xsi:type="dcterms:W3CDTF">2020-03-04T02:30:56Z</dcterms:modified>
</cp:coreProperties>
</file>